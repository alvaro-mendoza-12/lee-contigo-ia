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0266d97efc46cf" /><Relationship Type="http://schemas.openxmlformats.org/officeDocument/2006/relationships/extended-properties" Target="/docProps/app.xml" Id="Rc1ef0bd94e964ffc" /><Relationship Type="http://schemas.openxmlformats.org/officeDocument/2006/relationships/officeDocument" Target="/ppt/presentation.xml" Id="Rcb9b102b72704ede" /></Relationships>
</file>

<file path=ppt/presentation.xml><?xml version="1.0" encoding="utf-8"?>
<p:presentation xmlns:p="http://schemas.openxmlformats.org/presentationml/2006/main">
  <p:sldMasterIdLst>
    <p:sldMasterId xmlns:r="http://schemas.openxmlformats.org/officeDocument/2006/relationships" id="2147483648" r:id="R42edbc6ff9474240"/>
  </p:sldMasterIdLst>
  <p:notesMasterIdLst>
    <p:notesMasterId xmlns:r="http://schemas.openxmlformats.org/officeDocument/2006/relationships" r:id="Rb15c6f2e918a4a8f"/>
  </p:notesMasterIdLst>
  <p:sldIdLst>
    <p:sldId xmlns:r="http://schemas.openxmlformats.org/officeDocument/2006/relationships" id="256" r:id="Raf9c2ac1ab6d4d34"/>
    <p:sldId xmlns:r="http://schemas.openxmlformats.org/officeDocument/2006/relationships" id="257" r:id="R93c6b927aede43b3"/>
    <p:sldId xmlns:r="http://schemas.openxmlformats.org/officeDocument/2006/relationships" id="258" r:id="R4ce5d597211e4b50"/>
    <p:sldId xmlns:r="http://schemas.openxmlformats.org/officeDocument/2006/relationships" id="259" r:id="R0ad8cd1e93b64fec"/>
    <p:sldId xmlns:r="http://schemas.openxmlformats.org/officeDocument/2006/relationships" id="260" r:id="R184158f559af4f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d294af36c3474f" /><Relationship Type="http://schemas.openxmlformats.org/officeDocument/2006/relationships/slideMaster" Target="/ppt/slideMasters/slideMaster1.xml" Id="R42edbc6ff9474240" /><Relationship Type="http://schemas.openxmlformats.org/officeDocument/2006/relationships/notesMaster" Target="/ppt/notesMasters/notesMaster1.xml" Id="Rb15c6f2e918a4a8f" /><Relationship Type="http://schemas.openxmlformats.org/officeDocument/2006/relationships/presProps" Target="/ppt/presProps.xml" Id="R586f04c1932e4a8f" /><Relationship Type="http://schemas.openxmlformats.org/officeDocument/2006/relationships/tableStyles" Target="/ppt/tableStyles.xml" Id="R714acc2c80164350" /><Relationship Type="http://schemas.openxmlformats.org/officeDocument/2006/relationships/slide" Target="/ppt/slides/slide1.xml" Id="Raf9c2ac1ab6d4d34" /><Relationship Type="http://schemas.openxmlformats.org/officeDocument/2006/relationships/slide" Target="/ppt/slides/slide2.xml" Id="R93c6b927aede43b3" /><Relationship Type="http://schemas.openxmlformats.org/officeDocument/2006/relationships/slide" Target="/ppt/slides/slide3.xml" Id="R4ce5d597211e4b50" /><Relationship Type="http://schemas.openxmlformats.org/officeDocument/2006/relationships/slide" Target="/ppt/slides/slide4.xml" Id="R0ad8cd1e93b64fec" /><Relationship Type="http://schemas.openxmlformats.org/officeDocument/2006/relationships/slide" Target="/ppt/slides/slide5.xml" Id="R184158f559af4f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1144d8be704a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4c13b89a624201" /><Relationship Type="http://schemas.openxmlformats.org/officeDocument/2006/relationships/notesMaster" Target="/ppt/notesMasters/notesMaster1.xml" Id="R9d7e3e5200aa44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7e09714a2f4503" /><Relationship Type="http://schemas.openxmlformats.org/officeDocument/2006/relationships/notesMaster" Target="/ppt/notesMasters/notesMaster1.xml" Id="Rb1792e42d54f4b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fa5eca739f4721" /><Relationship Type="http://schemas.openxmlformats.org/officeDocument/2006/relationships/notesMaster" Target="/ppt/notesMasters/notesMaster1.xml" Id="R7bcb8484cd064c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34b5cff104048" /><Relationship Type="http://schemas.openxmlformats.org/officeDocument/2006/relationships/notesMaster" Target="/ppt/notesMasters/notesMaster1.xml" Id="R7b8c6240a1fe45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fc66fcf9a3491a" /><Relationship Type="http://schemas.openxmlformats.org/officeDocument/2006/relationships/notesMaster" Target="/ppt/notesMasters/notesMaster1.xml" Id="R23faa7d5219941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LeeContigo IA es un tutor web de comprensión lectora para niños de aproximadamente 8 a 10 años. El MVP ofrece relatos en dos niveles de práctica y pistas generadas con IA para ayudar a volver al texto. La imagen es una ilustración original generada para el proyecto; no representa una prueba con menores. Fuente del alcance: producto https://lee-contigo-ia.vercel.app y documentación del MVP. Se usa solo el nombre del equipo, de acuerdo con las bases de Fase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ENLA 2024 reportó 32,8 % en nivel satisfactorio de Lectura para cuarto de primaria a escala nacional. Es un resultado de una evaluación con niveles, no una tasa de alfabetización. No debe afirmarse que 67,2 % no sabe leer ni que LeeContigo haya cambiado ese resultado. La propuesta busca explorar una forma de practicar comprensión con guía. Fuente primaria: https://umc.minedu.gob.pe/resultadosenla2024/ y presentación oficial https://umc.minedu.gob.pe/wp-content/uploads/2025/04/Presentaci%C3%B3n-de-logros-de-aprendizaje-ENLA-2024.pdf . El grupo de 8 a 10 años es el alcance elegido para el MVP, no una muestra de usuarios validada.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la URL del prototipo y seleccionar uno de los dos relatos originales: Una luz en el bosque o La semilla viajera. Cada relato tiene dos versiones editoriales incluidas en el catálogo y tres preguntas por versión. Los textos no se generan de forma ilimitada en vivo. La IA actúa en las pistas de la práctica. El tamaño de letra se puede cambiar y la lectura en voz usa la capacidad del navegador, cuya disponibilidad depende del dispositivo. El contenido de demostración está pendiente de revisión docente. Captura real del producto, 21 de octubre de 2026, https://lee-contigo-ia.vercel.app/leer/luz-del-bosque?nivel=paso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Demostración: pedir una pista, comprobar que la etiqueta dice Pista con IA y abrir el fragmento del relato. El servidor recibe solo identificadores de catálogo, nivel y número de pista. No recibe nombres, voz, texto libre ni respuestas del estudiante. AI SDK consulta un modelo mediante Vercel AI Gateway; el modelo predeterminado compatible con los créditos gratuitos de esta cuenta es google/gemini-2.5-flash. Se aplican esquema de salida, límites de longitud, filtros, tiempo máximo y respaldo. Estos controles no garantizan exactitud pedagógica; la IA puede equivocarse. La captura muestra una respuesta real generada por IA. El servicio depende de saldo y límites del proveedor. Fuente técnica: https://vercel.com/docs/ai-gateway/pricing y https://ai-sdk.dev/providers/ai-sdk-providers/google . Captura del producto: https://lee-contigo-ia.vercel.app/practicar/luz-del-bosque?nivel=paso , 21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siguiente etapa propuesta es un piloto de cuatro semanas; no hay una institución, muestra, ventas ni resultados confirmados. Antes de trabajar con menores se requiere revisión docente, protocolo y autorizaciones aplicables. Medir comprensión con tareas equivalentes antes y después, además de finalización, revisión de pistas, latencia y costo por sesión. Una muestra pequeña no prueba impacto nacional. La sostenibilidad se plantea mediante licencias a escuelas u organizaciones o patrocinio del acceso; validar comprador, disposición a pagar y costos. El MVP no procesa pagos ni mantiene perfiles de menores. La explotación comercial requiere hosting compatible con ese uso. Imagen original generada para LeeContigo. Demo pública: https://lee-contigo-ia.vercel.app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5573f6883a4d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770001baf44c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2e2554019d47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87b632c4744a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f987da773a4d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dcad9580a4a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C90FD4-7467-449D-9AE0-94CD59D661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C6EC08-994B-4B5D-AF46-22297E1B84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431AEA-F9A4-4515-B205-C35D5217A6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4EE6BF-CF75-4D87-9616-0CDE8C8EBB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1B957B-951E-4B46-B4A3-751BAC79AC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CEB26C-55C8-4A40-BFD0-E89595EB2A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28A698-DDEC-42A5-A5AA-34B4077A4C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3F6504-AE86-4BC4-BFF7-A4980EB718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813478-2A5A-4EBC-9344-B036878EC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8BE2B8-DFEC-4355-B2A6-20423DD368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2610468b6640bf" /><Relationship Type="http://schemas.openxmlformats.org/officeDocument/2006/relationships/slideLayout" Target="/ppt/slideLayouts/slideLayout1.xml" Id="R361854155eb44f4c" /><Relationship Type="http://schemas.openxmlformats.org/officeDocument/2006/relationships/slideLayout" Target="/ppt/slideLayouts/slideLayout2.xml" Id="R15a653e3969746bd" /><Relationship Type="http://schemas.openxmlformats.org/officeDocument/2006/relationships/slideLayout" Target="/ppt/slideLayouts/slideLayout3.xml" Id="Rdfd4d7aa20b64d03" /><Relationship Type="http://schemas.openxmlformats.org/officeDocument/2006/relationships/slideLayout" Target="/ppt/slideLayouts/slideLayout4.xml" Id="Rda5f41317cdc48bd" /><Relationship Type="http://schemas.openxmlformats.org/officeDocument/2006/relationships/slideLayout" Target="/ppt/slideLayouts/slideLayout5.xml" Id="Rc1e8c964af174d11" /><Relationship Type="http://schemas.openxmlformats.org/officeDocument/2006/relationships/slideLayout" Target="/ppt/slideLayouts/slideLayout6.xml" Id="R3524d72dbe5c47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1854155eb44f4c"/>
    <p:sldLayoutId xmlns:r="http://schemas.openxmlformats.org/officeDocument/2006/relationships" id="2147483650" r:id="R15a653e3969746bd"/>
    <p:sldLayoutId xmlns:r="http://schemas.openxmlformats.org/officeDocument/2006/relationships" id="2147483651" r:id="Rdfd4d7aa20b64d03"/>
    <p:sldLayoutId xmlns:r="http://schemas.openxmlformats.org/officeDocument/2006/relationships" id="2147483652" r:id="Rda5f41317cdc48bd"/>
    <p:sldLayoutId xmlns:r="http://schemas.openxmlformats.org/officeDocument/2006/relationships" id="2147483653" r:id="Rc1e8c964af174d11"/>
    <p:sldLayoutId xmlns:r="http://schemas.openxmlformats.org/officeDocument/2006/relationships" id="2147483654" r:id="R3524d72dbe5c47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8c68792ef54d9a" /><Relationship Type="http://schemas.openxmlformats.org/officeDocument/2006/relationships/image" Target="/ppt/media/image.png" Id="R20a099a9912e4456" /><Relationship Type="http://schemas.openxmlformats.org/officeDocument/2006/relationships/notesSlide" Target="/ppt/notesSlides/notesSlide1.xml" Id="R773d1bda2d2e45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f713f8615c4316" /><Relationship Type="http://schemas.openxmlformats.org/officeDocument/2006/relationships/notesSlide" Target="/ppt/notesSlides/notesSlide2.xml" Id="Rdef5fb2640d04b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ca70d571df433a" /><Relationship Type="http://schemas.openxmlformats.org/officeDocument/2006/relationships/image" Target="/ppt/media/image2.png" Id="Rdbe97f215d644b65" /><Relationship Type="http://schemas.openxmlformats.org/officeDocument/2006/relationships/notesSlide" Target="/ppt/notesSlides/notesSlide3.xml" Id="Rc42a6c83f3114c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ecd4061b1f4616" /><Relationship Type="http://schemas.openxmlformats.org/officeDocument/2006/relationships/image" Target="/ppt/media/image3.png" Id="R08d7441c68f54edb" /><Relationship Type="http://schemas.openxmlformats.org/officeDocument/2006/relationships/notesSlide" Target="/ppt/notesSlides/notesSlide4.xml" Id="R1819d97d149448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05b177cfcf4d3e" /><Relationship Type="http://schemas.openxmlformats.org/officeDocument/2006/relationships/image" Target="/ppt/media/image4.png" Id="R5bde0c43e6044b69" /><Relationship Type="http://schemas.openxmlformats.org/officeDocument/2006/relationships/notesSlide" Target="/ppt/notesSlides/notesSlide5.xml" Id="R730a3122739e42af" /></Relationships>
</file>

<file path=ppt/slides/slide1.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8" name="LeeContigo IA">
            <a:extLst xmlns:a="http://schemas.openxmlformats.org/drawingml/2006/main">
              <a:ext uri="{FF2B5EF4-FFF2-40B4-BE49-F238E27FC236}">
                <a16:creationId xmlns:a16="http://schemas.microsoft.com/office/drawing/2014/main" id="{FCE89A9F-CA93-4C92-A39E-F1A6173165D7}"/>
              </a:ext>
            </a:extLst>
          </p:cNvPr>
          <p:cNvSpPr>
            <a:spLocks xmlns:a="http://schemas.openxmlformats.org/drawingml/2006/main" noGrp="1"/>
          </p:cNvSpPr>
          <p:nvPr/>
        </p:nvSpPr>
        <p:spPr>
          <a:xfrm xmlns:a="http://schemas.openxmlformats.org/drawingml/2006/main">
            <a:off x="609600" y="6534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LeeContigo IA</a:t>
            </a:r>
          </a:p>
        </p:txBody>
      </p:sp>
      <p:sp>
        <p:nvSpPr>
          <p:cNvPr id="2" name="01 / 05">
            <a:extLst xmlns:a="http://schemas.openxmlformats.org/drawingml/2006/main">
              <a:ext uri="{FF2B5EF4-FFF2-40B4-BE49-F238E27FC236}">
                <a16:creationId xmlns:a16="http://schemas.microsoft.com/office/drawing/2014/main" id="{4D974BFE-0E6A-40BE-B484-CA6CBE38E710}"/>
              </a:ext>
            </a:extLst>
          </p:cNvPr>
          <p:cNvSpPr>
            <a:spLocks xmlns:a="http://schemas.openxmlformats.org/drawingml/2006/main" noGrp="1"/>
          </p:cNvSpPr>
          <p:nvPr/>
        </p:nvSpPr>
        <p:spPr>
          <a:xfrm xmlns:a="http://schemas.openxmlformats.org/drawingml/2006/main">
            <a:off x="10744200" y="6534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01 / 05</a:t>
            </a:r>
          </a:p>
        </p:txBody>
      </p:sp>
      <p:sp>
        <p:nvSpPr>
          <p:cNvPr id="3" name="TUTOR DE LECTURA CON IA">
            <a:extLst xmlns:a="http://schemas.openxmlformats.org/drawingml/2006/main">
              <a:ext uri="{FF2B5EF4-FFF2-40B4-BE49-F238E27FC236}">
                <a16:creationId xmlns:a16="http://schemas.microsoft.com/office/drawing/2014/main" id="{93AFD4EA-09BA-4E65-844F-C95F603F307E}"/>
              </a:ext>
            </a:extLst>
          </p:cNvPr>
          <p:cNvSpPr>
            <a:spLocks xmlns:a="http://schemas.openxmlformats.org/drawingml/2006/main" noGrp="1"/>
          </p:cNvSpPr>
          <p:nvPr/>
        </p:nvSpPr>
        <p:spPr>
          <a:xfrm xmlns:a="http://schemas.openxmlformats.org/drawingml/2006/main">
            <a:off x="609600" y="110490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8A693C"/>
                </a:solidFill>
                <a:latin typeface="Arial"/>
                <a:ea typeface="Arial"/>
                <a:cs typeface="Arial"/>
              </a:defRPr>
            </a:defPPr>
            <a:lvl1pPr>
              <a:defRPr sz="1650" b="1">
                <a:solidFill>
                  <a:srgbClr val="8A693C"/>
                </a:solidFill>
                <a:latin typeface="Arial"/>
                <a:ea typeface="Arial"/>
                <a:cs typeface="Arial"/>
              </a:defRPr>
            </a:lvl1pPr>
            <a:lvl2pPr>
              <a:defRPr sz="1650" b="1">
                <a:solidFill>
                  <a:srgbClr val="8A693C"/>
                </a:solidFill>
                <a:latin typeface="Arial"/>
                <a:ea typeface="Arial"/>
                <a:cs typeface="Arial"/>
              </a:defRPr>
            </a:lvl2pPr>
            <a:lvl3pPr>
              <a:defRPr sz="1650" b="1">
                <a:solidFill>
                  <a:srgbClr val="8A693C"/>
                </a:solidFill>
                <a:latin typeface="Arial"/>
                <a:ea typeface="Arial"/>
                <a:cs typeface="Arial"/>
              </a:defRPr>
            </a:lvl3pPr>
            <a:lvl4pPr>
              <a:defRPr sz="1650" b="1">
                <a:solidFill>
                  <a:srgbClr val="8A693C"/>
                </a:solidFill>
                <a:latin typeface="Arial"/>
                <a:ea typeface="Arial"/>
                <a:cs typeface="Arial"/>
              </a:defRPr>
            </a:lvl4pPr>
            <a:lvl5pPr>
              <a:defRPr sz="1650" b="1">
                <a:solidFill>
                  <a:srgbClr val="8A693C"/>
                </a:solidFill>
                <a:latin typeface="Arial"/>
                <a:ea typeface="Arial"/>
                <a:cs typeface="Arial"/>
              </a:defRPr>
            </a:lvl5pPr>
            <a:lvl6pPr>
              <a:defRPr sz="1650" b="1">
                <a:solidFill>
                  <a:srgbClr val="8A693C"/>
                </a:solidFill>
                <a:latin typeface="Arial"/>
                <a:ea typeface="Arial"/>
                <a:cs typeface="Arial"/>
              </a:defRPr>
            </a:lvl6pPr>
            <a:lvl7pPr>
              <a:defRPr sz="1650" b="1">
                <a:solidFill>
                  <a:srgbClr val="8A693C"/>
                </a:solidFill>
                <a:latin typeface="Arial"/>
                <a:ea typeface="Arial"/>
                <a:cs typeface="Arial"/>
              </a:defRPr>
            </a:lvl7pPr>
            <a:lvl8pPr>
              <a:defRPr sz="1650" b="1">
                <a:solidFill>
                  <a:srgbClr val="8A693C"/>
                </a:solidFill>
                <a:latin typeface="Arial"/>
                <a:ea typeface="Arial"/>
                <a:cs typeface="Arial"/>
              </a:defRPr>
            </a:lvl8pPr>
            <a:lvl9pPr>
              <a:defRPr sz="1650" b="1">
                <a:solidFill>
                  <a:srgbClr val="8A693C"/>
                </a:solidFill>
                <a:latin typeface="Arial"/>
                <a:ea typeface="Arial"/>
                <a:cs typeface="Arial"/>
              </a:defRPr>
            </a:lvl9pPr>
          </a:lstStyle>
          <a:p xmlns:a="http://schemas.openxmlformats.org/drawingml/2006/main">
            <a:pPr>
              <a:defRPr sz="1650" b="1">
                <a:solidFill>
                  <a:srgbClr val="8A693C"/>
                </a:solidFill>
                <a:latin typeface="Arial"/>
                <a:ea typeface="Arial"/>
                <a:cs typeface="Arial"/>
              </a:defRPr>
            </a:pPr>
            <a:r>
              <a:rPr sz="1650" b="1">
                <a:solidFill>
                  <a:srgbClr val="8A693C"/>
                </a:solidFill>
                <a:latin typeface="Arial"/>
                <a:ea typeface="Arial"/>
                <a:cs typeface="Arial"/>
              </a:rPr>
              <a:t>TUTOR DE LECTURA CON IA</a:t>
            </a:r>
          </a:p>
        </p:txBody>
      </p:sp>
      <p:sp>
        <p:nvSpPr>
          <p:cNvPr id="4" name="LeeContigo IA">
            <a:extLst xmlns:a="http://schemas.openxmlformats.org/drawingml/2006/main">
              <a:ext uri="{FF2B5EF4-FFF2-40B4-BE49-F238E27FC236}">
                <a16:creationId xmlns:a16="http://schemas.microsoft.com/office/drawing/2014/main" id="{2E524D46-4FC5-46B8-B131-3590C35ADC39}"/>
              </a:ext>
            </a:extLst>
          </p:cNvPr>
          <p:cNvSpPr>
            <a:spLocks xmlns:a="http://schemas.openxmlformats.org/drawingml/2006/main" noGrp="1"/>
          </p:cNvSpPr>
          <p:nvPr/>
        </p:nvSpPr>
        <p:spPr>
          <a:xfrm xmlns:a="http://schemas.openxmlformats.org/drawingml/2006/main">
            <a:off x="609600" y="1914525"/>
            <a:ext cx="5572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45B48"/>
                </a:solidFill>
                <a:latin typeface="Arial"/>
                <a:ea typeface="Arial"/>
                <a:cs typeface="Arial"/>
              </a:defRPr>
            </a:defPPr>
            <a:lvl1pPr>
              <a:defRPr sz="4875" b="1">
                <a:solidFill>
                  <a:srgbClr val="245B48"/>
                </a:solidFill>
                <a:latin typeface="Arial"/>
                <a:ea typeface="Arial"/>
                <a:cs typeface="Arial"/>
              </a:defRPr>
            </a:lvl1pPr>
            <a:lvl2pPr>
              <a:defRPr sz="4875" b="1">
                <a:solidFill>
                  <a:srgbClr val="245B48"/>
                </a:solidFill>
                <a:latin typeface="Arial"/>
                <a:ea typeface="Arial"/>
                <a:cs typeface="Arial"/>
              </a:defRPr>
            </a:lvl2pPr>
            <a:lvl3pPr>
              <a:defRPr sz="4875" b="1">
                <a:solidFill>
                  <a:srgbClr val="245B48"/>
                </a:solidFill>
                <a:latin typeface="Arial"/>
                <a:ea typeface="Arial"/>
                <a:cs typeface="Arial"/>
              </a:defRPr>
            </a:lvl3pPr>
            <a:lvl4pPr>
              <a:defRPr sz="4875" b="1">
                <a:solidFill>
                  <a:srgbClr val="245B48"/>
                </a:solidFill>
                <a:latin typeface="Arial"/>
                <a:ea typeface="Arial"/>
                <a:cs typeface="Arial"/>
              </a:defRPr>
            </a:lvl4pPr>
            <a:lvl5pPr>
              <a:defRPr sz="4875" b="1">
                <a:solidFill>
                  <a:srgbClr val="245B48"/>
                </a:solidFill>
                <a:latin typeface="Arial"/>
                <a:ea typeface="Arial"/>
                <a:cs typeface="Arial"/>
              </a:defRPr>
            </a:lvl5pPr>
            <a:lvl6pPr>
              <a:defRPr sz="4875" b="1">
                <a:solidFill>
                  <a:srgbClr val="245B48"/>
                </a:solidFill>
                <a:latin typeface="Arial"/>
                <a:ea typeface="Arial"/>
                <a:cs typeface="Arial"/>
              </a:defRPr>
            </a:lvl6pPr>
            <a:lvl7pPr>
              <a:defRPr sz="4875" b="1">
                <a:solidFill>
                  <a:srgbClr val="245B48"/>
                </a:solidFill>
                <a:latin typeface="Arial"/>
                <a:ea typeface="Arial"/>
                <a:cs typeface="Arial"/>
              </a:defRPr>
            </a:lvl7pPr>
            <a:lvl8pPr>
              <a:defRPr sz="4875" b="1">
                <a:solidFill>
                  <a:srgbClr val="245B48"/>
                </a:solidFill>
                <a:latin typeface="Arial"/>
                <a:ea typeface="Arial"/>
                <a:cs typeface="Arial"/>
              </a:defRPr>
            </a:lvl8pPr>
            <a:lvl9pPr>
              <a:defRPr sz="4875" b="1">
                <a:solidFill>
                  <a:srgbClr val="245B48"/>
                </a:solidFill>
                <a:latin typeface="Arial"/>
                <a:ea typeface="Arial"/>
                <a:cs typeface="Arial"/>
              </a:defRPr>
            </a:lvl9pPr>
          </a:lstStyle>
          <a:p xmlns:a="http://schemas.openxmlformats.org/drawingml/2006/main">
            <a:pPr>
              <a:defRPr sz="4875" b="1">
                <a:solidFill>
                  <a:srgbClr val="245B48"/>
                </a:solidFill>
                <a:latin typeface="Arial"/>
                <a:ea typeface="Arial"/>
                <a:cs typeface="Arial"/>
              </a:defRPr>
            </a:pPr>
            <a:r>
              <a:rPr sz="4875" b="1">
                <a:solidFill>
                  <a:srgbClr val="245B48"/>
                </a:solidFill>
                <a:latin typeface="Arial"/>
                <a:ea typeface="Arial"/>
                <a:cs typeface="Arial"/>
              </a:rPr>
              <a:t>LeeContigo IA</a:t>
            </a:r>
          </a:p>
        </p:txBody>
      </p:sp>
      <p:sp>
        <p:nvSpPr>
          <p:cNvPr id="5" name="Historias a tu nivel.&#10;Una pista para comprend">
            <a:extLst xmlns:a="http://schemas.openxmlformats.org/drawingml/2006/main">
              <a:ext uri="{FF2B5EF4-FFF2-40B4-BE49-F238E27FC236}">
                <a16:creationId xmlns:a16="http://schemas.microsoft.com/office/drawing/2014/main" id="{27BA79BA-2CA5-4A3E-A4F3-00B824A65F5E}"/>
              </a:ext>
            </a:extLst>
          </p:cNvPr>
          <p:cNvSpPr>
            <a:spLocks xmlns:a="http://schemas.openxmlformats.org/drawingml/2006/main" noGrp="1"/>
          </p:cNvSpPr>
          <p:nvPr/>
        </p:nvSpPr>
        <p:spPr>
          <a:xfrm xmlns:a="http://schemas.openxmlformats.org/drawingml/2006/main">
            <a:off x="609600" y="3067050"/>
            <a:ext cx="5238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243D35"/>
                </a:solidFill>
                <a:latin typeface="Arial"/>
                <a:ea typeface="Arial"/>
                <a:cs typeface="Arial"/>
              </a:defRPr>
            </a:defPPr>
            <a:lvl1pPr>
              <a:defRPr sz="2550" b="0">
                <a:solidFill>
                  <a:srgbClr val="243D35"/>
                </a:solidFill>
                <a:latin typeface="Arial"/>
                <a:ea typeface="Arial"/>
                <a:cs typeface="Arial"/>
              </a:defRPr>
            </a:lvl1pPr>
            <a:lvl2pPr>
              <a:defRPr sz="2550" b="0">
                <a:solidFill>
                  <a:srgbClr val="243D35"/>
                </a:solidFill>
                <a:latin typeface="Arial"/>
                <a:ea typeface="Arial"/>
                <a:cs typeface="Arial"/>
              </a:defRPr>
            </a:lvl2pPr>
            <a:lvl3pPr>
              <a:defRPr sz="2550" b="0">
                <a:solidFill>
                  <a:srgbClr val="243D35"/>
                </a:solidFill>
                <a:latin typeface="Arial"/>
                <a:ea typeface="Arial"/>
                <a:cs typeface="Arial"/>
              </a:defRPr>
            </a:lvl3pPr>
            <a:lvl4pPr>
              <a:defRPr sz="2550" b="0">
                <a:solidFill>
                  <a:srgbClr val="243D35"/>
                </a:solidFill>
                <a:latin typeface="Arial"/>
                <a:ea typeface="Arial"/>
                <a:cs typeface="Arial"/>
              </a:defRPr>
            </a:lvl4pPr>
            <a:lvl5pPr>
              <a:defRPr sz="2550" b="0">
                <a:solidFill>
                  <a:srgbClr val="243D35"/>
                </a:solidFill>
                <a:latin typeface="Arial"/>
                <a:ea typeface="Arial"/>
                <a:cs typeface="Arial"/>
              </a:defRPr>
            </a:lvl5pPr>
            <a:lvl6pPr>
              <a:defRPr sz="2550" b="0">
                <a:solidFill>
                  <a:srgbClr val="243D35"/>
                </a:solidFill>
                <a:latin typeface="Arial"/>
                <a:ea typeface="Arial"/>
                <a:cs typeface="Arial"/>
              </a:defRPr>
            </a:lvl6pPr>
            <a:lvl7pPr>
              <a:defRPr sz="2550" b="0">
                <a:solidFill>
                  <a:srgbClr val="243D35"/>
                </a:solidFill>
                <a:latin typeface="Arial"/>
                <a:ea typeface="Arial"/>
                <a:cs typeface="Arial"/>
              </a:defRPr>
            </a:lvl7pPr>
            <a:lvl8pPr>
              <a:defRPr sz="2550" b="0">
                <a:solidFill>
                  <a:srgbClr val="243D35"/>
                </a:solidFill>
                <a:latin typeface="Arial"/>
                <a:ea typeface="Arial"/>
                <a:cs typeface="Arial"/>
              </a:defRPr>
            </a:lvl8pPr>
            <a:lvl9pPr>
              <a:defRPr sz="2550" b="0">
                <a:solidFill>
                  <a:srgbClr val="243D35"/>
                </a:solidFill>
                <a:latin typeface="Arial"/>
                <a:ea typeface="Arial"/>
                <a:cs typeface="Arial"/>
              </a:defRPr>
            </a:lvl9pPr>
          </a:lstStyle>
          <a:p xmlns:a="http://schemas.openxmlformats.org/drawingml/2006/main">
            <a:pPr>
              <a:defRPr sz="2550" b="0">
                <a:solidFill>
                  <a:srgbClr val="243D35"/>
                </a:solidFill>
                <a:latin typeface="Arial"/>
                <a:ea typeface="Arial"/>
                <a:cs typeface="Arial"/>
              </a:defRPr>
            </a:pPr>
            <a:r>
              <a:rPr sz="2550" b="0">
                <a:solidFill>
                  <a:srgbClr val="243D35"/>
                </a:solidFill>
                <a:latin typeface="Arial"/>
                <a:ea typeface="Arial"/>
                <a:cs typeface="Arial"/>
              </a:rPr>
              <a:t>Historias a tu nivel.</a:t>
            </a:r>
          </a:p>
          <a:p xmlns:a="http://schemas.openxmlformats.org/drawingml/2006/main">
            <a:pPr>
              <a:defRPr sz="2550" b="0">
                <a:solidFill>
                  <a:srgbClr val="243D35"/>
                </a:solidFill>
                <a:latin typeface="Arial"/>
                <a:ea typeface="Arial"/>
                <a:cs typeface="Arial"/>
              </a:defRPr>
            </a:pPr>
            <a:r>
              <a:rPr sz="2550" b="0">
                <a:solidFill>
                  <a:srgbClr val="243D35"/>
                </a:solidFill>
                <a:latin typeface="Arial"/>
                <a:ea typeface="Arial"/>
                <a:cs typeface="Arial"/>
              </a:rPr>
              <a:t>Una pista para comprender.</a:t>
            </a:r>
          </a:p>
        </p:txBody>
      </p:sp>
      <p:sp>
        <p:nvSpPr>
          <p:cNvPr id="6" name="Equipo LeeContigo">
            <a:extLst xmlns:a="http://schemas.openxmlformats.org/drawingml/2006/main">
              <a:ext uri="{FF2B5EF4-FFF2-40B4-BE49-F238E27FC236}">
                <a16:creationId xmlns:a16="http://schemas.microsoft.com/office/drawing/2014/main" id="{3DC6ECFD-6B93-456F-A205-48E381A6AA1D}"/>
              </a:ext>
            </a:extLst>
          </p:cNvPr>
          <p:cNvSpPr>
            <a:spLocks xmlns:a="http://schemas.openxmlformats.org/drawingml/2006/main" noGrp="1"/>
          </p:cNvSpPr>
          <p:nvPr/>
        </p:nvSpPr>
        <p:spPr>
          <a:xfrm xmlns:a="http://schemas.openxmlformats.org/drawingml/2006/main">
            <a:off x="609600" y="541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5C6F69"/>
                </a:solidFill>
                <a:latin typeface="Arial"/>
                <a:ea typeface="Arial"/>
                <a:cs typeface="Arial"/>
              </a:defRPr>
            </a:defPPr>
            <a:lvl1pPr>
              <a:defRPr sz="1725" b="1">
                <a:solidFill>
                  <a:srgbClr val="5C6F69"/>
                </a:solidFill>
                <a:latin typeface="Arial"/>
                <a:ea typeface="Arial"/>
                <a:cs typeface="Arial"/>
              </a:defRPr>
            </a:lvl1pPr>
            <a:lvl2pPr>
              <a:defRPr sz="1725" b="1">
                <a:solidFill>
                  <a:srgbClr val="5C6F69"/>
                </a:solidFill>
                <a:latin typeface="Arial"/>
                <a:ea typeface="Arial"/>
                <a:cs typeface="Arial"/>
              </a:defRPr>
            </a:lvl2pPr>
            <a:lvl3pPr>
              <a:defRPr sz="1725" b="1">
                <a:solidFill>
                  <a:srgbClr val="5C6F69"/>
                </a:solidFill>
                <a:latin typeface="Arial"/>
                <a:ea typeface="Arial"/>
                <a:cs typeface="Arial"/>
              </a:defRPr>
            </a:lvl3pPr>
            <a:lvl4pPr>
              <a:defRPr sz="1725" b="1">
                <a:solidFill>
                  <a:srgbClr val="5C6F69"/>
                </a:solidFill>
                <a:latin typeface="Arial"/>
                <a:ea typeface="Arial"/>
                <a:cs typeface="Arial"/>
              </a:defRPr>
            </a:lvl4pPr>
            <a:lvl5pPr>
              <a:defRPr sz="1725" b="1">
                <a:solidFill>
                  <a:srgbClr val="5C6F69"/>
                </a:solidFill>
                <a:latin typeface="Arial"/>
                <a:ea typeface="Arial"/>
                <a:cs typeface="Arial"/>
              </a:defRPr>
            </a:lvl5pPr>
            <a:lvl6pPr>
              <a:defRPr sz="1725" b="1">
                <a:solidFill>
                  <a:srgbClr val="5C6F69"/>
                </a:solidFill>
                <a:latin typeface="Arial"/>
                <a:ea typeface="Arial"/>
                <a:cs typeface="Arial"/>
              </a:defRPr>
            </a:lvl6pPr>
            <a:lvl7pPr>
              <a:defRPr sz="1725" b="1">
                <a:solidFill>
                  <a:srgbClr val="5C6F69"/>
                </a:solidFill>
                <a:latin typeface="Arial"/>
                <a:ea typeface="Arial"/>
                <a:cs typeface="Arial"/>
              </a:defRPr>
            </a:lvl7pPr>
            <a:lvl8pPr>
              <a:defRPr sz="1725" b="1">
                <a:solidFill>
                  <a:srgbClr val="5C6F69"/>
                </a:solidFill>
                <a:latin typeface="Arial"/>
                <a:ea typeface="Arial"/>
                <a:cs typeface="Arial"/>
              </a:defRPr>
            </a:lvl8pPr>
            <a:lvl9pPr>
              <a:defRPr sz="1725" b="1">
                <a:solidFill>
                  <a:srgbClr val="5C6F69"/>
                </a:solidFill>
                <a:latin typeface="Arial"/>
                <a:ea typeface="Arial"/>
                <a:cs typeface="Arial"/>
              </a:defRPr>
            </a:lvl9pPr>
          </a:lstStyle>
          <a:p xmlns:a="http://schemas.openxmlformats.org/drawingml/2006/main">
            <a:pPr>
              <a:defRPr sz="1725" b="1">
                <a:solidFill>
                  <a:srgbClr val="5C6F69"/>
                </a:solidFill>
                <a:latin typeface="Arial"/>
                <a:ea typeface="Arial"/>
                <a:cs typeface="Arial"/>
              </a:defRPr>
            </a:pPr>
            <a:r>
              <a:rPr sz="1725" b="1">
                <a:solidFill>
                  <a:srgbClr val="5C6F69"/>
                </a:solidFill>
                <a:latin typeface="Arial"/>
                <a:ea typeface="Arial"/>
                <a:cs typeface="Arial"/>
              </a:rPr>
              <a:t>Equipo LeeContigo</a:t>
            </a:r>
          </a:p>
        </p:txBody>
      </p:sp>
      <p:pic>
        <p:nvPicPr>
          <p:cNvPr id="7" name="">
            <a:extLst xmlns:a="http://schemas.openxmlformats.org/drawingml/2006/main">
              <a:ext uri="{FF2B5EF4-FFF2-40B4-BE49-F238E27FC236}">
                <a16:creationId xmlns:a16="http://schemas.microsoft.com/office/drawing/2014/main" id="{85FC3A52-737C-4469-9CF4-83EA0C631690}"/>
              </a:ext>
            </a:extLst>
          </p:cNvPr>
          <p:cNvPicPr>
            <a:picLocks xmlns:a="http://schemas.openxmlformats.org/drawingml/2006/main" noChangeAspect="1"/>
          </p:cNvPicPr>
          <p:nvPr/>
        </p:nvPicPr>
        <p:blipFill>
          <a:blip xmlns:r="http://schemas.openxmlformats.org/officeDocument/2006/relationships" xmlns:a="http://schemas.openxmlformats.org/drawingml/2006/main" r:embed="R20a099a9912e4456"/>
          <a:srcRect xmlns:a="http://schemas.openxmlformats.org/drawingml/2006/main" l="17883" t="0" r="17883" b="0"/>
          <a:stretch xmlns:a="http://schemas.openxmlformats.org/drawingml/2006/main">
            <a:fillRect l="0" t="0" r="0" b="0"/>
          </a:stretch>
        </p:blipFill>
        <p:spPr>
          <a:xfrm xmlns:a="http://schemas.openxmlformats.org/drawingml/2006/main">
            <a:off x="6553200" y="723900"/>
            <a:ext cx="5029200" cy="5219700"/>
          </a:xfrm>
          <a:prstGeom xmlns:a="http://schemas.openxmlformats.org/drawingml/2006/main" prst="rect">
            <a:avLst/>
          </a:prstGeom>
        </p:spPr>
      </p:pic>
    </p:spTree>
    <p:extLst>
      <p:ext uri="{BB962C8B-B14F-4D97-AF65-F5344CB8AC3E}">
        <p14:creationId xmlns:p14="http://schemas.microsoft.com/office/powerpoint/2010/main" val="1807431184"/>
      </p:ext>
    </p:extLst>
  </p:cSld>
</p:sld>
</file>

<file path=ppt/slides/slide2.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1" name="La comprensión lectora">
            <a:extLst xmlns:a="http://schemas.openxmlformats.org/drawingml/2006/main">
              <a:ext uri="{FF2B5EF4-FFF2-40B4-BE49-F238E27FC236}">
                <a16:creationId xmlns:a16="http://schemas.microsoft.com/office/drawing/2014/main" id="{45F467F8-AFC2-4279-A6C8-23439F988C80}"/>
              </a:ext>
            </a:extLst>
          </p:cNvPr>
          <p:cNvSpPr>
            <a:spLocks xmlns:a="http://schemas.openxmlformats.org/drawingml/2006/main" noGrp="1"/>
          </p:cNvSpPr>
          <p:nvPr/>
        </p:nvSpPr>
        <p:spPr>
          <a:xfrm xmlns:a="http://schemas.openxmlformats.org/drawingml/2006/main">
            <a:off x="609600" y="495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45B48"/>
                </a:solidFill>
                <a:latin typeface="Arial"/>
                <a:ea typeface="Arial"/>
                <a:cs typeface="Arial"/>
              </a:defRPr>
            </a:defPPr>
            <a:lvl1pPr>
              <a:defRPr sz="3300" b="1">
                <a:solidFill>
                  <a:srgbClr val="245B48"/>
                </a:solidFill>
                <a:latin typeface="Arial"/>
                <a:ea typeface="Arial"/>
                <a:cs typeface="Arial"/>
              </a:defRPr>
            </a:lvl1pPr>
            <a:lvl2pPr>
              <a:defRPr sz="3300" b="1">
                <a:solidFill>
                  <a:srgbClr val="245B48"/>
                </a:solidFill>
                <a:latin typeface="Arial"/>
                <a:ea typeface="Arial"/>
                <a:cs typeface="Arial"/>
              </a:defRPr>
            </a:lvl2pPr>
            <a:lvl3pPr>
              <a:defRPr sz="3300" b="1">
                <a:solidFill>
                  <a:srgbClr val="245B48"/>
                </a:solidFill>
                <a:latin typeface="Arial"/>
                <a:ea typeface="Arial"/>
                <a:cs typeface="Arial"/>
              </a:defRPr>
            </a:lvl3pPr>
            <a:lvl4pPr>
              <a:defRPr sz="3300" b="1">
                <a:solidFill>
                  <a:srgbClr val="245B48"/>
                </a:solidFill>
                <a:latin typeface="Arial"/>
                <a:ea typeface="Arial"/>
                <a:cs typeface="Arial"/>
              </a:defRPr>
            </a:lvl4pPr>
            <a:lvl5pPr>
              <a:defRPr sz="3300" b="1">
                <a:solidFill>
                  <a:srgbClr val="245B48"/>
                </a:solidFill>
                <a:latin typeface="Arial"/>
                <a:ea typeface="Arial"/>
                <a:cs typeface="Arial"/>
              </a:defRPr>
            </a:lvl5pPr>
            <a:lvl6pPr>
              <a:defRPr sz="3300" b="1">
                <a:solidFill>
                  <a:srgbClr val="245B48"/>
                </a:solidFill>
                <a:latin typeface="Arial"/>
                <a:ea typeface="Arial"/>
                <a:cs typeface="Arial"/>
              </a:defRPr>
            </a:lvl6pPr>
            <a:lvl7pPr>
              <a:defRPr sz="3300" b="1">
                <a:solidFill>
                  <a:srgbClr val="245B48"/>
                </a:solidFill>
                <a:latin typeface="Arial"/>
                <a:ea typeface="Arial"/>
                <a:cs typeface="Arial"/>
              </a:defRPr>
            </a:lvl7pPr>
            <a:lvl8pPr>
              <a:defRPr sz="3300" b="1">
                <a:solidFill>
                  <a:srgbClr val="245B48"/>
                </a:solidFill>
                <a:latin typeface="Arial"/>
                <a:ea typeface="Arial"/>
                <a:cs typeface="Arial"/>
              </a:defRPr>
            </a:lvl8pPr>
            <a:lvl9pPr>
              <a:defRPr sz="3300" b="1">
                <a:solidFill>
                  <a:srgbClr val="245B48"/>
                </a:solidFill>
                <a:latin typeface="Arial"/>
                <a:ea typeface="Arial"/>
                <a:cs typeface="Arial"/>
              </a:defRPr>
            </a:lvl9pPr>
          </a:lstStyle>
          <a:p xmlns:a="http://schemas.openxmlformats.org/drawingml/2006/main">
            <a:pPr>
              <a:defRPr sz="3300" b="1">
                <a:solidFill>
                  <a:srgbClr val="245B48"/>
                </a:solidFill>
                <a:latin typeface="Arial"/>
                <a:ea typeface="Arial"/>
                <a:cs typeface="Arial"/>
              </a:defRPr>
            </a:pPr>
            <a:r>
              <a:rPr sz="3300" b="1">
                <a:solidFill>
                  <a:srgbClr val="245B48"/>
                </a:solidFill>
                <a:latin typeface="Arial"/>
                <a:ea typeface="Arial"/>
                <a:cs typeface="Arial"/>
              </a:rPr>
              <a:t>La comprensión lectora</a:t>
            </a:r>
          </a:p>
        </p:txBody>
      </p:sp>
      <p:sp>
        <p:nvSpPr>
          <p:cNvPr id="2" name="LeeContigo IA">
            <a:extLst xmlns:a="http://schemas.openxmlformats.org/drawingml/2006/main">
              <a:ext uri="{FF2B5EF4-FFF2-40B4-BE49-F238E27FC236}">
                <a16:creationId xmlns:a16="http://schemas.microsoft.com/office/drawing/2014/main" id="{2D95825F-8CEB-43DC-BF5A-77DBF9B67026}"/>
              </a:ext>
            </a:extLst>
          </p:cNvPr>
          <p:cNvSpPr>
            <a:spLocks xmlns:a="http://schemas.openxmlformats.org/drawingml/2006/main" noGrp="1"/>
          </p:cNvSpPr>
          <p:nvPr/>
        </p:nvSpPr>
        <p:spPr>
          <a:xfrm xmlns:a="http://schemas.openxmlformats.org/drawingml/2006/main">
            <a:off x="609600" y="6534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LeeContigo IA</a:t>
            </a:r>
          </a:p>
        </p:txBody>
      </p:sp>
      <p:sp>
        <p:nvSpPr>
          <p:cNvPr id="3" name="02 / 05">
            <a:extLst xmlns:a="http://schemas.openxmlformats.org/drawingml/2006/main">
              <a:ext uri="{FF2B5EF4-FFF2-40B4-BE49-F238E27FC236}">
                <a16:creationId xmlns:a16="http://schemas.microsoft.com/office/drawing/2014/main" id="{EAC4622E-DC0B-4EDE-B303-D8DB54C996A4}"/>
              </a:ext>
            </a:extLst>
          </p:cNvPr>
          <p:cNvSpPr>
            <a:spLocks xmlns:a="http://schemas.openxmlformats.org/drawingml/2006/main" noGrp="1"/>
          </p:cNvSpPr>
          <p:nvPr/>
        </p:nvSpPr>
        <p:spPr>
          <a:xfrm xmlns:a="http://schemas.openxmlformats.org/drawingml/2006/main">
            <a:off x="10744200" y="6534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02 / 05</a:t>
            </a:r>
          </a:p>
        </p:txBody>
      </p:sp>
      <p:sp>
        <p:nvSpPr>
          <p:cNvPr id="4" name="32,8 %">
            <a:extLst xmlns:a="http://schemas.openxmlformats.org/drawingml/2006/main">
              <a:ext uri="{FF2B5EF4-FFF2-40B4-BE49-F238E27FC236}">
                <a16:creationId xmlns:a16="http://schemas.microsoft.com/office/drawing/2014/main" id="{98C10B57-7278-4DC3-8879-9653151800DA}"/>
              </a:ext>
            </a:extLst>
          </p:cNvPr>
          <p:cNvSpPr>
            <a:spLocks xmlns:a="http://schemas.openxmlformats.org/drawingml/2006/main" noGrp="1"/>
          </p:cNvSpPr>
          <p:nvPr/>
        </p:nvSpPr>
        <p:spPr>
          <a:xfrm xmlns:a="http://schemas.openxmlformats.org/drawingml/2006/main">
            <a:off x="609600" y="1924050"/>
            <a:ext cx="5143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0" b="1">
                <a:solidFill>
                  <a:srgbClr val="245B48"/>
                </a:solidFill>
                <a:latin typeface="Arial"/>
                <a:ea typeface="Arial"/>
                <a:cs typeface="Arial"/>
              </a:defRPr>
            </a:defPPr>
            <a:lvl1pPr>
              <a:defRPr sz="9300" b="1">
                <a:solidFill>
                  <a:srgbClr val="245B48"/>
                </a:solidFill>
                <a:latin typeface="Arial"/>
                <a:ea typeface="Arial"/>
                <a:cs typeface="Arial"/>
              </a:defRPr>
            </a:lvl1pPr>
            <a:lvl2pPr>
              <a:defRPr sz="9300" b="1">
                <a:solidFill>
                  <a:srgbClr val="245B48"/>
                </a:solidFill>
                <a:latin typeface="Arial"/>
                <a:ea typeface="Arial"/>
                <a:cs typeface="Arial"/>
              </a:defRPr>
            </a:lvl2pPr>
            <a:lvl3pPr>
              <a:defRPr sz="9300" b="1">
                <a:solidFill>
                  <a:srgbClr val="245B48"/>
                </a:solidFill>
                <a:latin typeface="Arial"/>
                <a:ea typeface="Arial"/>
                <a:cs typeface="Arial"/>
              </a:defRPr>
            </a:lvl3pPr>
            <a:lvl4pPr>
              <a:defRPr sz="9300" b="1">
                <a:solidFill>
                  <a:srgbClr val="245B48"/>
                </a:solidFill>
                <a:latin typeface="Arial"/>
                <a:ea typeface="Arial"/>
                <a:cs typeface="Arial"/>
              </a:defRPr>
            </a:lvl4pPr>
            <a:lvl5pPr>
              <a:defRPr sz="9300" b="1">
                <a:solidFill>
                  <a:srgbClr val="245B48"/>
                </a:solidFill>
                <a:latin typeface="Arial"/>
                <a:ea typeface="Arial"/>
                <a:cs typeface="Arial"/>
              </a:defRPr>
            </a:lvl5pPr>
            <a:lvl6pPr>
              <a:defRPr sz="9300" b="1">
                <a:solidFill>
                  <a:srgbClr val="245B48"/>
                </a:solidFill>
                <a:latin typeface="Arial"/>
                <a:ea typeface="Arial"/>
                <a:cs typeface="Arial"/>
              </a:defRPr>
            </a:lvl6pPr>
            <a:lvl7pPr>
              <a:defRPr sz="9300" b="1">
                <a:solidFill>
                  <a:srgbClr val="245B48"/>
                </a:solidFill>
                <a:latin typeface="Arial"/>
                <a:ea typeface="Arial"/>
                <a:cs typeface="Arial"/>
              </a:defRPr>
            </a:lvl7pPr>
            <a:lvl8pPr>
              <a:defRPr sz="9300" b="1">
                <a:solidFill>
                  <a:srgbClr val="245B48"/>
                </a:solidFill>
                <a:latin typeface="Arial"/>
                <a:ea typeface="Arial"/>
                <a:cs typeface="Arial"/>
              </a:defRPr>
            </a:lvl8pPr>
            <a:lvl9pPr>
              <a:defRPr sz="9300" b="1">
                <a:solidFill>
                  <a:srgbClr val="245B48"/>
                </a:solidFill>
                <a:latin typeface="Arial"/>
                <a:ea typeface="Arial"/>
                <a:cs typeface="Arial"/>
              </a:defRPr>
            </a:lvl9pPr>
          </a:lstStyle>
          <a:p xmlns:a="http://schemas.openxmlformats.org/drawingml/2006/main">
            <a:pPr>
              <a:defRPr sz="9300" b="1">
                <a:solidFill>
                  <a:srgbClr val="245B48"/>
                </a:solidFill>
                <a:latin typeface="Arial"/>
                <a:ea typeface="Arial"/>
                <a:cs typeface="Arial"/>
              </a:defRPr>
            </a:pPr>
            <a:r>
              <a:rPr sz="9300" b="1">
                <a:solidFill>
                  <a:srgbClr val="245B48"/>
                </a:solidFill>
                <a:latin typeface="Arial"/>
                <a:ea typeface="Arial"/>
                <a:cs typeface="Arial"/>
              </a:rPr>
              <a:t>32,8 %</a:t>
            </a:r>
          </a:p>
        </p:txBody>
      </p:sp>
      <p:sp>
        <p:nvSpPr>
          <p:cNvPr id="5" name="alcanzó el nivel satisfactorio&#10;en Lectura">
            <a:extLst xmlns:a="http://schemas.openxmlformats.org/drawingml/2006/main">
              <a:ext uri="{FF2B5EF4-FFF2-40B4-BE49-F238E27FC236}">
                <a16:creationId xmlns:a16="http://schemas.microsoft.com/office/drawing/2014/main" id="{BC008ACA-A5AE-4AC2-87B2-E5D51088C5B2}"/>
              </a:ext>
            </a:extLst>
          </p:cNvPr>
          <p:cNvSpPr>
            <a:spLocks xmlns:a="http://schemas.openxmlformats.org/drawingml/2006/main" noGrp="1"/>
          </p:cNvSpPr>
          <p:nvPr/>
        </p:nvSpPr>
        <p:spPr>
          <a:xfrm xmlns:a="http://schemas.openxmlformats.org/drawingml/2006/main">
            <a:off x="685800" y="3676650"/>
            <a:ext cx="4838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43D35"/>
                </a:solidFill>
                <a:latin typeface="Arial"/>
                <a:ea typeface="Arial"/>
                <a:cs typeface="Arial"/>
              </a:defRPr>
            </a:defPPr>
            <a:lvl1pPr>
              <a:defRPr sz="2175" b="0">
                <a:solidFill>
                  <a:srgbClr val="243D35"/>
                </a:solidFill>
                <a:latin typeface="Arial"/>
                <a:ea typeface="Arial"/>
                <a:cs typeface="Arial"/>
              </a:defRPr>
            </a:lvl1pPr>
            <a:lvl2pPr>
              <a:defRPr sz="2175" b="0">
                <a:solidFill>
                  <a:srgbClr val="243D35"/>
                </a:solidFill>
                <a:latin typeface="Arial"/>
                <a:ea typeface="Arial"/>
                <a:cs typeface="Arial"/>
              </a:defRPr>
            </a:lvl2pPr>
            <a:lvl3pPr>
              <a:defRPr sz="2175" b="0">
                <a:solidFill>
                  <a:srgbClr val="243D35"/>
                </a:solidFill>
                <a:latin typeface="Arial"/>
                <a:ea typeface="Arial"/>
                <a:cs typeface="Arial"/>
              </a:defRPr>
            </a:lvl3pPr>
            <a:lvl4pPr>
              <a:defRPr sz="2175" b="0">
                <a:solidFill>
                  <a:srgbClr val="243D35"/>
                </a:solidFill>
                <a:latin typeface="Arial"/>
                <a:ea typeface="Arial"/>
                <a:cs typeface="Arial"/>
              </a:defRPr>
            </a:lvl4pPr>
            <a:lvl5pPr>
              <a:defRPr sz="2175" b="0">
                <a:solidFill>
                  <a:srgbClr val="243D35"/>
                </a:solidFill>
                <a:latin typeface="Arial"/>
                <a:ea typeface="Arial"/>
                <a:cs typeface="Arial"/>
              </a:defRPr>
            </a:lvl5pPr>
            <a:lvl6pPr>
              <a:defRPr sz="2175" b="0">
                <a:solidFill>
                  <a:srgbClr val="243D35"/>
                </a:solidFill>
                <a:latin typeface="Arial"/>
                <a:ea typeface="Arial"/>
                <a:cs typeface="Arial"/>
              </a:defRPr>
            </a:lvl6pPr>
            <a:lvl7pPr>
              <a:defRPr sz="2175" b="0">
                <a:solidFill>
                  <a:srgbClr val="243D35"/>
                </a:solidFill>
                <a:latin typeface="Arial"/>
                <a:ea typeface="Arial"/>
                <a:cs typeface="Arial"/>
              </a:defRPr>
            </a:lvl7pPr>
            <a:lvl8pPr>
              <a:defRPr sz="2175" b="0">
                <a:solidFill>
                  <a:srgbClr val="243D35"/>
                </a:solidFill>
                <a:latin typeface="Arial"/>
                <a:ea typeface="Arial"/>
                <a:cs typeface="Arial"/>
              </a:defRPr>
            </a:lvl8pPr>
            <a:lvl9pPr>
              <a:defRPr sz="2175" b="0">
                <a:solidFill>
                  <a:srgbClr val="243D35"/>
                </a:solidFill>
                <a:latin typeface="Arial"/>
                <a:ea typeface="Arial"/>
                <a:cs typeface="Arial"/>
              </a:defRPr>
            </a:lvl9pPr>
          </a:lstStyle>
          <a:p xmlns:a="http://schemas.openxmlformats.org/drawingml/2006/main">
            <a:pPr>
              <a:defRPr sz="2175" b="0">
                <a:solidFill>
                  <a:srgbClr val="243D35"/>
                </a:solidFill>
                <a:latin typeface="Arial"/>
                <a:ea typeface="Arial"/>
                <a:cs typeface="Arial"/>
              </a:defRPr>
            </a:pPr>
            <a:r>
              <a:rPr sz="2175" b="0">
                <a:solidFill>
                  <a:srgbClr val="243D35"/>
                </a:solidFill>
                <a:latin typeface="Arial"/>
                <a:ea typeface="Arial"/>
                <a:cs typeface="Arial"/>
              </a:rPr>
              <a:t>alcanzó el nivel satisfactorio</a:t>
            </a:r>
          </a:p>
          <a:p xmlns:a="http://schemas.openxmlformats.org/drawingml/2006/main">
            <a:pPr>
              <a:defRPr sz="2175" b="0">
                <a:solidFill>
                  <a:srgbClr val="243D35"/>
                </a:solidFill>
                <a:latin typeface="Arial"/>
                <a:ea typeface="Arial"/>
                <a:cs typeface="Arial"/>
              </a:defRPr>
            </a:pPr>
            <a:r>
              <a:rPr sz="2175" b="0">
                <a:solidFill>
                  <a:srgbClr val="243D35"/>
                </a:solidFill>
                <a:latin typeface="Arial"/>
                <a:ea typeface="Arial"/>
                <a:cs typeface="Arial"/>
              </a:rPr>
              <a:t>en Lectura</a:t>
            </a:r>
          </a:p>
        </p:txBody>
      </p:sp>
      <p:sp>
        <p:nvSpPr>
          <p:cNvPr id="6" name="4.º de primaria · ENLA 2024">
            <a:extLst xmlns:a="http://schemas.openxmlformats.org/drawingml/2006/main">
              <a:ext uri="{FF2B5EF4-FFF2-40B4-BE49-F238E27FC236}">
                <a16:creationId xmlns:a16="http://schemas.microsoft.com/office/drawing/2014/main" id="{1D57A0BD-7208-490B-94E5-5FAC657AF948}"/>
              </a:ext>
            </a:extLst>
          </p:cNvPr>
          <p:cNvSpPr>
            <a:spLocks xmlns:a="http://schemas.openxmlformats.org/drawingml/2006/main" noGrp="1"/>
          </p:cNvSpPr>
          <p:nvPr/>
        </p:nvSpPr>
        <p:spPr>
          <a:xfrm xmlns:a="http://schemas.openxmlformats.org/drawingml/2006/main">
            <a:off x="685800" y="4819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C6F69"/>
                </a:solidFill>
                <a:latin typeface="Arial"/>
                <a:ea typeface="Arial"/>
                <a:cs typeface="Arial"/>
              </a:defRPr>
            </a:defPPr>
            <a:lvl1pPr>
              <a:defRPr sz="1650" b="0">
                <a:solidFill>
                  <a:srgbClr val="5C6F69"/>
                </a:solidFill>
                <a:latin typeface="Arial"/>
                <a:ea typeface="Arial"/>
                <a:cs typeface="Arial"/>
              </a:defRPr>
            </a:lvl1pPr>
            <a:lvl2pPr>
              <a:defRPr sz="1650" b="0">
                <a:solidFill>
                  <a:srgbClr val="5C6F69"/>
                </a:solidFill>
                <a:latin typeface="Arial"/>
                <a:ea typeface="Arial"/>
                <a:cs typeface="Arial"/>
              </a:defRPr>
            </a:lvl2pPr>
            <a:lvl3pPr>
              <a:defRPr sz="1650" b="0">
                <a:solidFill>
                  <a:srgbClr val="5C6F69"/>
                </a:solidFill>
                <a:latin typeface="Arial"/>
                <a:ea typeface="Arial"/>
                <a:cs typeface="Arial"/>
              </a:defRPr>
            </a:lvl3pPr>
            <a:lvl4pPr>
              <a:defRPr sz="1650" b="0">
                <a:solidFill>
                  <a:srgbClr val="5C6F69"/>
                </a:solidFill>
                <a:latin typeface="Arial"/>
                <a:ea typeface="Arial"/>
                <a:cs typeface="Arial"/>
              </a:defRPr>
            </a:lvl4pPr>
            <a:lvl5pPr>
              <a:defRPr sz="1650" b="0">
                <a:solidFill>
                  <a:srgbClr val="5C6F69"/>
                </a:solidFill>
                <a:latin typeface="Arial"/>
                <a:ea typeface="Arial"/>
                <a:cs typeface="Arial"/>
              </a:defRPr>
            </a:lvl5pPr>
            <a:lvl6pPr>
              <a:defRPr sz="1650" b="0">
                <a:solidFill>
                  <a:srgbClr val="5C6F69"/>
                </a:solidFill>
                <a:latin typeface="Arial"/>
                <a:ea typeface="Arial"/>
                <a:cs typeface="Arial"/>
              </a:defRPr>
            </a:lvl6pPr>
            <a:lvl7pPr>
              <a:defRPr sz="1650" b="0">
                <a:solidFill>
                  <a:srgbClr val="5C6F69"/>
                </a:solidFill>
                <a:latin typeface="Arial"/>
                <a:ea typeface="Arial"/>
                <a:cs typeface="Arial"/>
              </a:defRPr>
            </a:lvl7pPr>
            <a:lvl8pPr>
              <a:defRPr sz="1650" b="0">
                <a:solidFill>
                  <a:srgbClr val="5C6F69"/>
                </a:solidFill>
                <a:latin typeface="Arial"/>
                <a:ea typeface="Arial"/>
                <a:cs typeface="Arial"/>
              </a:defRPr>
            </a:lvl8pPr>
            <a:lvl9pPr>
              <a:defRPr sz="1650" b="0">
                <a:solidFill>
                  <a:srgbClr val="5C6F69"/>
                </a:solidFill>
                <a:latin typeface="Arial"/>
                <a:ea typeface="Arial"/>
                <a:cs typeface="Arial"/>
              </a:defRPr>
            </a:lvl9pPr>
          </a:lstStyle>
          <a:p xmlns:a="http://schemas.openxmlformats.org/drawingml/2006/main">
            <a:pPr>
              <a:defRPr sz="1650" b="0">
                <a:solidFill>
                  <a:srgbClr val="5C6F69"/>
                </a:solidFill>
                <a:latin typeface="Arial"/>
                <a:ea typeface="Arial"/>
                <a:cs typeface="Arial"/>
              </a:defRPr>
            </a:pPr>
            <a:r>
              <a:rPr sz="1650" b="0">
                <a:solidFill>
                  <a:srgbClr val="5C6F69"/>
                </a:solidFill>
                <a:latin typeface="Arial"/>
                <a:ea typeface="Arial"/>
                <a:cs typeface="Arial"/>
              </a:rPr>
              <a:t>4.º de primaria · ENLA 2024</a:t>
            </a:r>
          </a:p>
        </p:txBody>
      </p:sp>
      <p:sp>
        <p:nvSpPr>
          <p:cNvPr id="7" name="Práctica con acompañamiento">
            <a:extLst xmlns:a="http://schemas.openxmlformats.org/drawingml/2006/main">
              <a:ext uri="{FF2B5EF4-FFF2-40B4-BE49-F238E27FC236}">
                <a16:creationId xmlns:a16="http://schemas.microsoft.com/office/drawing/2014/main" id="{235367F5-0073-4543-9D2B-766E0F7C5792}"/>
              </a:ext>
            </a:extLst>
          </p:cNvPr>
          <p:cNvSpPr>
            <a:spLocks xmlns:a="http://schemas.openxmlformats.org/drawingml/2006/main" noGrp="1"/>
          </p:cNvSpPr>
          <p:nvPr/>
        </p:nvSpPr>
        <p:spPr>
          <a:xfrm xmlns:a="http://schemas.openxmlformats.org/drawingml/2006/main">
            <a:off x="6286500" y="20383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245B48"/>
                </a:solidFill>
                <a:latin typeface="Arial"/>
                <a:ea typeface="Arial"/>
                <a:cs typeface="Arial"/>
              </a:defRPr>
            </a:defPPr>
            <a:lvl1pPr>
              <a:defRPr sz="2475" b="1">
                <a:solidFill>
                  <a:srgbClr val="245B48"/>
                </a:solidFill>
                <a:latin typeface="Arial"/>
                <a:ea typeface="Arial"/>
                <a:cs typeface="Arial"/>
              </a:defRPr>
            </a:lvl1pPr>
            <a:lvl2pPr>
              <a:defRPr sz="2475" b="1">
                <a:solidFill>
                  <a:srgbClr val="245B48"/>
                </a:solidFill>
                <a:latin typeface="Arial"/>
                <a:ea typeface="Arial"/>
                <a:cs typeface="Arial"/>
              </a:defRPr>
            </a:lvl2pPr>
            <a:lvl3pPr>
              <a:defRPr sz="2475" b="1">
                <a:solidFill>
                  <a:srgbClr val="245B48"/>
                </a:solidFill>
                <a:latin typeface="Arial"/>
                <a:ea typeface="Arial"/>
                <a:cs typeface="Arial"/>
              </a:defRPr>
            </a:lvl3pPr>
            <a:lvl4pPr>
              <a:defRPr sz="2475" b="1">
                <a:solidFill>
                  <a:srgbClr val="245B48"/>
                </a:solidFill>
                <a:latin typeface="Arial"/>
                <a:ea typeface="Arial"/>
                <a:cs typeface="Arial"/>
              </a:defRPr>
            </a:lvl4pPr>
            <a:lvl5pPr>
              <a:defRPr sz="2475" b="1">
                <a:solidFill>
                  <a:srgbClr val="245B48"/>
                </a:solidFill>
                <a:latin typeface="Arial"/>
                <a:ea typeface="Arial"/>
                <a:cs typeface="Arial"/>
              </a:defRPr>
            </a:lvl5pPr>
            <a:lvl6pPr>
              <a:defRPr sz="2475" b="1">
                <a:solidFill>
                  <a:srgbClr val="245B48"/>
                </a:solidFill>
                <a:latin typeface="Arial"/>
                <a:ea typeface="Arial"/>
                <a:cs typeface="Arial"/>
              </a:defRPr>
            </a:lvl6pPr>
            <a:lvl7pPr>
              <a:defRPr sz="2475" b="1">
                <a:solidFill>
                  <a:srgbClr val="245B48"/>
                </a:solidFill>
                <a:latin typeface="Arial"/>
                <a:ea typeface="Arial"/>
                <a:cs typeface="Arial"/>
              </a:defRPr>
            </a:lvl7pPr>
            <a:lvl8pPr>
              <a:defRPr sz="2475" b="1">
                <a:solidFill>
                  <a:srgbClr val="245B48"/>
                </a:solidFill>
                <a:latin typeface="Arial"/>
                <a:ea typeface="Arial"/>
                <a:cs typeface="Arial"/>
              </a:defRPr>
            </a:lvl8pPr>
            <a:lvl9pPr>
              <a:defRPr sz="2475" b="1">
                <a:solidFill>
                  <a:srgbClr val="245B48"/>
                </a:solidFill>
                <a:latin typeface="Arial"/>
                <a:ea typeface="Arial"/>
                <a:cs typeface="Arial"/>
              </a:defRPr>
            </a:lvl9pPr>
          </a:lstStyle>
          <a:p xmlns:a="http://schemas.openxmlformats.org/drawingml/2006/main">
            <a:pPr>
              <a:defRPr sz="2475" b="1">
                <a:solidFill>
                  <a:srgbClr val="245B48"/>
                </a:solidFill>
                <a:latin typeface="Arial"/>
                <a:ea typeface="Arial"/>
                <a:cs typeface="Arial"/>
              </a:defRPr>
            </a:pPr>
            <a:r>
              <a:rPr sz="2475" b="1">
                <a:solidFill>
                  <a:srgbClr val="245B48"/>
                </a:solidFill>
                <a:latin typeface="Arial"/>
                <a:ea typeface="Arial"/>
                <a:cs typeface="Arial"/>
              </a:rPr>
              <a:t>Práctica con acompañamiento</a:t>
            </a:r>
          </a:p>
        </p:txBody>
      </p:sp>
      <p:sp>
        <p:nvSpPr>
          <p:cNvPr id="8" name="Proponemos un recorrido breve: leer una histo">
            <a:extLst xmlns:a="http://schemas.openxmlformats.org/drawingml/2006/main">
              <a:ext uri="{FF2B5EF4-FFF2-40B4-BE49-F238E27FC236}">
                <a16:creationId xmlns:a16="http://schemas.microsoft.com/office/drawing/2014/main" id="{E89DE8FF-D411-4AB5-A48D-5958E8A87E97}"/>
              </a:ext>
            </a:extLst>
          </p:cNvPr>
          <p:cNvSpPr>
            <a:spLocks xmlns:a="http://schemas.openxmlformats.org/drawingml/2006/main" noGrp="1"/>
          </p:cNvSpPr>
          <p:nvPr/>
        </p:nvSpPr>
        <p:spPr>
          <a:xfrm xmlns:a="http://schemas.openxmlformats.org/drawingml/2006/main">
            <a:off x="6286500" y="3105150"/>
            <a:ext cx="4810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43D35"/>
                </a:solidFill>
                <a:latin typeface="Arial"/>
                <a:ea typeface="Arial"/>
                <a:cs typeface="Arial"/>
              </a:defRPr>
            </a:defPPr>
            <a:lvl1pPr>
              <a:defRPr sz="2100" b="0">
                <a:solidFill>
                  <a:srgbClr val="243D35"/>
                </a:solidFill>
                <a:latin typeface="Arial"/>
                <a:ea typeface="Arial"/>
                <a:cs typeface="Arial"/>
              </a:defRPr>
            </a:lvl1pPr>
            <a:lvl2pPr>
              <a:defRPr sz="2100" b="0">
                <a:solidFill>
                  <a:srgbClr val="243D35"/>
                </a:solidFill>
                <a:latin typeface="Arial"/>
                <a:ea typeface="Arial"/>
                <a:cs typeface="Arial"/>
              </a:defRPr>
            </a:lvl2pPr>
            <a:lvl3pPr>
              <a:defRPr sz="2100" b="0">
                <a:solidFill>
                  <a:srgbClr val="243D35"/>
                </a:solidFill>
                <a:latin typeface="Arial"/>
                <a:ea typeface="Arial"/>
                <a:cs typeface="Arial"/>
              </a:defRPr>
            </a:lvl3pPr>
            <a:lvl4pPr>
              <a:defRPr sz="2100" b="0">
                <a:solidFill>
                  <a:srgbClr val="243D35"/>
                </a:solidFill>
                <a:latin typeface="Arial"/>
                <a:ea typeface="Arial"/>
                <a:cs typeface="Arial"/>
              </a:defRPr>
            </a:lvl4pPr>
            <a:lvl5pPr>
              <a:defRPr sz="2100" b="0">
                <a:solidFill>
                  <a:srgbClr val="243D35"/>
                </a:solidFill>
                <a:latin typeface="Arial"/>
                <a:ea typeface="Arial"/>
                <a:cs typeface="Arial"/>
              </a:defRPr>
            </a:lvl5pPr>
            <a:lvl6pPr>
              <a:defRPr sz="2100" b="0">
                <a:solidFill>
                  <a:srgbClr val="243D35"/>
                </a:solidFill>
                <a:latin typeface="Arial"/>
                <a:ea typeface="Arial"/>
                <a:cs typeface="Arial"/>
              </a:defRPr>
            </a:lvl6pPr>
            <a:lvl7pPr>
              <a:defRPr sz="2100" b="0">
                <a:solidFill>
                  <a:srgbClr val="243D35"/>
                </a:solidFill>
                <a:latin typeface="Arial"/>
                <a:ea typeface="Arial"/>
                <a:cs typeface="Arial"/>
              </a:defRPr>
            </a:lvl7pPr>
            <a:lvl8pPr>
              <a:defRPr sz="2100" b="0">
                <a:solidFill>
                  <a:srgbClr val="243D35"/>
                </a:solidFill>
                <a:latin typeface="Arial"/>
                <a:ea typeface="Arial"/>
                <a:cs typeface="Arial"/>
              </a:defRPr>
            </a:lvl8pPr>
            <a:lvl9pPr>
              <a:defRPr sz="2100" b="0">
                <a:solidFill>
                  <a:srgbClr val="243D35"/>
                </a:solidFill>
                <a:latin typeface="Arial"/>
                <a:ea typeface="Arial"/>
                <a:cs typeface="Arial"/>
              </a:defRPr>
            </a:lvl9pPr>
          </a:lstStyle>
          <a:p xmlns:a="http://schemas.openxmlformats.org/drawingml/2006/main">
            <a:pPr>
              <a:defRPr sz="2100" b="0">
                <a:solidFill>
                  <a:srgbClr val="243D35"/>
                </a:solidFill>
                <a:latin typeface="Arial"/>
                <a:ea typeface="Arial"/>
                <a:cs typeface="Arial"/>
              </a:defRPr>
            </a:pPr>
            <a:r>
              <a:rPr sz="2100" b="0">
                <a:solidFill>
                  <a:srgbClr val="243D35"/>
                </a:solidFill>
                <a:latin typeface="Arial"/>
                <a:ea typeface="Arial"/>
                <a:cs typeface="Arial"/>
              </a:rPr>
              <a:t>Proponemos un recorrido breve: leer una historia, explorar preguntas y recibir una pista cuando haga falta.</a:t>
            </a:r>
          </a:p>
        </p:txBody>
      </p:sp>
      <p:sp>
        <p:nvSpPr>
          <p:cNvPr id="9" name="Usuario inicial: niños de 8 a 10 años, con ap">
            <a:extLst xmlns:a="http://schemas.openxmlformats.org/drawingml/2006/main">
              <a:ext uri="{FF2B5EF4-FFF2-40B4-BE49-F238E27FC236}">
                <a16:creationId xmlns:a16="http://schemas.microsoft.com/office/drawing/2014/main" id="{0F2942D2-3115-4D1B-8216-06BBB301EF57}"/>
              </a:ext>
            </a:extLst>
          </p:cNvPr>
          <p:cNvSpPr>
            <a:spLocks xmlns:a="http://schemas.openxmlformats.org/drawingml/2006/main" noGrp="1"/>
          </p:cNvSpPr>
          <p:nvPr/>
        </p:nvSpPr>
        <p:spPr>
          <a:xfrm xmlns:a="http://schemas.openxmlformats.org/drawingml/2006/main">
            <a:off x="6286500" y="48768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C6F69"/>
                </a:solidFill>
                <a:latin typeface="Arial"/>
                <a:ea typeface="Arial"/>
                <a:cs typeface="Arial"/>
              </a:defRPr>
            </a:defPPr>
            <a:lvl1pPr>
              <a:defRPr sz="1800" b="0">
                <a:solidFill>
                  <a:srgbClr val="5C6F69"/>
                </a:solidFill>
                <a:latin typeface="Arial"/>
                <a:ea typeface="Arial"/>
                <a:cs typeface="Arial"/>
              </a:defRPr>
            </a:lvl1pPr>
            <a:lvl2pPr>
              <a:defRPr sz="1800" b="0">
                <a:solidFill>
                  <a:srgbClr val="5C6F69"/>
                </a:solidFill>
                <a:latin typeface="Arial"/>
                <a:ea typeface="Arial"/>
                <a:cs typeface="Arial"/>
              </a:defRPr>
            </a:lvl2pPr>
            <a:lvl3pPr>
              <a:defRPr sz="1800" b="0">
                <a:solidFill>
                  <a:srgbClr val="5C6F69"/>
                </a:solidFill>
                <a:latin typeface="Arial"/>
                <a:ea typeface="Arial"/>
                <a:cs typeface="Arial"/>
              </a:defRPr>
            </a:lvl3pPr>
            <a:lvl4pPr>
              <a:defRPr sz="1800" b="0">
                <a:solidFill>
                  <a:srgbClr val="5C6F69"/>
                </a:solidFill>
                <a:latin typeface="Arial"/>
                <a:ea typeface="Arial"/>
                <a:cs typeface="Arial"/>
              </a:defRPr>
            </a:lvl4pPr>
            <a:lvl5pPr>
              <a:defRPr sz="1800" b="0">
                <a:solidFill>
                  <a:srgbClr val="5C6F69"/>
                </a:solidFill>
                <a:latin typeface="Arial"/>
                <a:ea typeface="Arial"/>
                <a:cs typeface="Arial"/>
              </a:defRPr>
            </a:lvl5pPr>
            <a:lvl6pPr>
              <a:defRPr sz="1800" b="0">
                <a:solidFill>
                  <a:srgbClr val="5C6F69"/>
                </a:solidFill>
                <a:latin typeface="Arial"/>
                <a:ea typeface="Arial"/>
                <a:cs typeface="Arial"/>
              </a:defRPr>
            </a:lvl6pPr>
            <a:lvl7pPr>
              <a:defRPr sz="1800" b="0">
                <a:solidFill>
                  <a:srgbClr val="5C6F69"/>
                </a:solidFill>
                <a:latin typeface="Arial"/>
                <a:ea typeface="Arial"/>
                <a:cs typeface="Arial"/>
              </a:defRPr>
            </a:lvl7pPr>
            <a:lvl8pPr>
              <a:defRPr sz="1800" b="0">
                <a:solidFill>
                  <a:srgbClr val="5C6F69"/>
                </a:solidFill>
                <a:latin typeface="Arial"/>
                <a:ea typeface="Arial"/>
                <a:cs typeface="Arial"/>
              </a:defRPr>
            </a:lvl8pPr>
            <a:lvl9pPr>
              <a:defRPr sz="1800" b="0">
                <a:solidFill>
                  <a:srgbClr val="5C6F69"/>
                </a:solidFill>
                <a:latin typeface="Arial"/>
                <a:ea typeface="Arial"/>
                <a:cs typeface="Arial"/>
              </a:defRPr>
            </a:lvl9pPr>
          </a:lstStyle>
          <a:p xmlns:a="http://schemas.openxmlformats.org/drawingml/2006/main">
            <a:pPr>
              <a:defRPr sz="1800" b="0">
                <a:solidFill>
                  <a:srgbClr val="5C6F69"/>
                </a:solidFill>
                <a:latin typeface="Arial"/>
                <a:ea typeface="Arial"/>
                <a:cs typeface="Arial"/>
              </a:defRPr>
            </a:pPr>
            <a:r>
              <a:rPr sz="1800" b="0">
                <a:solidFill>
                  <a:srgbClr val="5C6F69"/>
                </a:solidFill>
                <a:latin typeface="Arial"/>
                <a:ea typeface="Arial"/>
                <a:cs typeface="Arial"/>
              </a:rPr>
              <a:t>Usuario inicial: niños de 8 a 10 años, con apoyo de docentes o familias.</a:t>
            </a:r>
          </a:p>
        </p:txBody>
      </p:sp>
      <p:sp>
        <p:nvSpPr>
          <p:cNvPr id="10" name="Fuente: Minedu / UMC, resultados ENLA 2024. E">
            <a:extLst xmlns:a="http://schemas.openxmlformats.org/drawingml/2006/main">
              <a:ext uri="{FF2B5EF4-FFF2-40B4-BE49-F238E27FC236}">
                <a16:creationId xmlns:a16="http://schemas.microsoft.com/office/drawing/2014/main" id="{0A6C3667-E1E5-42B0-BE0E-F914C8173E22}"/>
              </a:ext>
            </a:extLst>
          </p:cNvPr>
          <p:cNvSpPr>
            <a:spLocks xmlns:a="http://schemas.openxmlformats.org/drawingml/2006/main" noGrp="1"/>
          </p:cNvSpPr>
          <p:nvPr/>
        </p:nvSpPr>
        <p:spPr>
          <a:xfrm xmlns:a="http://schemas.openxmlformats.org/drawingml/2006/main">
            <a:off x="609600" y="5876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C6F69"/>
                </a:solidFill>
                <a:latin typeface="Arial"/>
                <a:ea typeface="Arial"/>
                <a:cs typeface="Arial"/>
              </a:defRPr>
            </a:defPPr>
            <a:lvl1pPr>
              <a:defRPr sz="1350" b="0">
                <a:solidFill>
                  <a:srgbClr val="5C6F69"/>
                </a:solidFill>
                <a:latin typeface="Arial"/>
                <a:ea typeface="Arial"/>
                <a:cs typeface="Arial"/>
              </a:defRPr>
            </a:lvl1pPr>
            <a:lvl2pPr>
              <a:defRPr sz="1350" b="0">
                <a:solidFill>
                  <a:srgbClr val="5C6F69"/>
                </a:solidFill>
                <a:latin typeface="Arial"/>
                <a:ea typeface="Arial"/>
                <a:cs typeface="Arial"/>
              </a:defRPr>
            </a:lvl2pPr>
            <a:lvl3pPr>
              <a:defRPr sz="1350" b="0">
                <a:solidFill>
                  <a:srgbClr val="5C6F69"/>
                </a:solidFill>
                <a:latin typeface="Arial"/>
                <a:ea typeface="Arial"/>
                <a:cs typeface="Arial"/>
              </a:defRPr>
            </a:lvl3pPr>
            <a:lvl4pPr>
              <a:defRPr sz="1350" b="0">
                <a:solidFill>
                  <a:srgbClr val="5C6F69"/>
                </a:solidFill>
                <a:latin typeface="Arial"/>
                <a:ea typeface="Arial"/>
                <a:cs typeface="Arial"/>
              </a:defRPr>
            </a:lvl4pPr>
            <a:lvl5pPr>
              <a:defRPr sz="1350" b="0">
                <a:solidFill>
                  <a:srgbClr val="5C6F69"/>
                </a:solidFill>
                <a:latin typeface="Arial"/>
                <a:ea typeface="Arial"/>
                <a:cs typeface="Arial"/>
              </a:defRPr>
            </a:lvl5pPr>
            <a:lvl6pPr>
              <a:defRPr sz="1350" b="0">
                <a:solidFill>
                  <a:srgbClr val="5C6F69"/>
                </a:solidFill>
                <a:latin typeface="Arial"/>
                <a:ea typeface="Arial"/>
                <a:cs typeface="Arial"/>
              </a:defRPr>
            </a:lvl6pPr>
            <a:lvl7pPr>
              <a:defRPr sz="1350" b="0">
                <a:solidFill>
                  <a:srgbClr val="5C6F69"/>
                </a:solidFill>
                <a:latin typeface="Arial"/>
                <a:ea typeface="Arial"/>
                <a:cs typeface="Arial"/>
              </a:defRPr>
            </a:lvl7pPr>
            <a:lvl8pPr>
              <a:defRPr sz="1350" b="0">
                <a:solidFill>
                  <a:srgbClr val="5C6F69"/>
                </a:solidFill>
                <a:latin typeface="Arial"/>
                <a:ea typeface="Arial"/>
                <a:cs typeface="Arial"/>
              </a:defRPr>
            </a:lvl8pPr>
            <a:lvl9pPr>
              <a:defRPr sz="1350" b="0">
                <a:solidFill>
                  <a:srgbClr val="5C6F69"/>
                </a:solidFill>
                <a:latin typeface="Arial"/>
                <a:ea typeface="Arial"/>
                <a:cs typeface="Arial"/>
              </a:defRPr>
            </a:lvl9pPr>
          </a:lstStyle>
          <a:p xmlns:a="http://schemas.openxmlformats.org/drawingml/2006/main">
            <a:pPr>
              <a:defRPr sz="1350" b="0">
                <a:solidFill>
                  <a:srgbClr val="5C6F69"/>
                </a:solidFill>
                <a:latin typeface="Arial"/>
                <a:ea typeface="Arial"/>
                <a:cs typeface="Arial"/>
              </a:defRPr>
            </a:pPr>
            <a:r>
              <a:rPr sz="1350" b="0">
                <a:solidFill>
                  <a:srgbClr val="5C6F69"/>
                </a:solidFill>
                <a:latin typeface="Arial"/>
                <a:ea typeface="Arial"/>
                <a:cs typeface="Arial"/>
              </a:rPr>
              <a:t>Fuente: Minedu / UMC, resultados ENLA 2024. El dato no significa que el resto no sepa leer;</a:t>
            </a:r>
          </a:p>
          <a:p xmlns:a="http://schemas.openxmlformats.org/drawingml/2006/main">
            <a:pPr>
              <a:defRPr sz="1350" b="0">
                <a:solidFill>
                  <a:srgbClr val="5C6F69"/>
                </a:solidFill>
                <a:latin typeface="Arial"/>
                <a:ea typeface="Arial"/>
                <a:cs typeface="Arial"/>
              </a:defRPr>
            </a:pPr>
            <a:r>
              <a:rPr sz="1350" b="0">
                <a:solidFill>
                  <a:srgbClr val="5C6F69"/>
                </a:solidFill>
                <a:latin typeface="Arial"/>
                <a:ea typeface="Arial"/>
                <a:cs typeface="Arial"/>
              </a:rPr>
              <a:t>tampoco demuestra un efecto del prototipo sobre el aprendizaje.</a:t>
            </a:r>
          </a:p>
        </p:txBody>
      </p:sp>
    </p:spTree>
    <p:extLst>
      <p:ext uri="{BB962C8B-B14F-4D97-AF65-F5344CB8AC3E}">
        <p14:creationId xmlns:p14="http://schemas.microsoft.com/office/powerpoint/2010/main" val="76616715"/>
      </p:ext>
    </p:extLst>
  </p:cSld>
</p:sld>
</file>

<file path=ppt/slides/slide3.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0" name="Un relato, dos niveles de práctica">
            <a:extLst xmlns:a="http://schemas.openxmlformats.org/drawingml/2006/main">
              <a:ext uri="{FF2B5EF4-FFF2-40B4-BE49-F238E27FC236}">
                <a16:creationId xmlns:a16="http://schemas.microsoft.com/office/drawing/2014/main" id="{A41D45E0-7DE7-4983-80C3-621D7AAC9320}"/>
              </a:ext>
            </a:extLst>
          </p:cNvPr>
          <p:cNvSpPr>
            <a:spLocks xmlns:a="http://schemas.openxmlformats.org/drawingml/2006/main" noGrp="1"/>
          </p:cNvSpPr>
          <p:nvPr/>
        </p:nvSpPr>
        <p:spPr>
          <a:xfrm xmlns:a="http://schemas.openxmlformats.org/drawingml/2006/main">
            <a:off x="609600" y="495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45B48"/>
                </a:solidFill>
                <a:latin typeface="Arial"/>
                <a:ea typeface="Arial"/>
                <a:cs typeface="Arial"/>
              </a:defRPr>
            </a:defPPr>
            <a:lvl1pPr>
              <a:defRPr sz="3300" b="1">
                <a:solidFill>
                  <a:srgbClr val="245B48"/>
                </a:solidFill>
                <a:latin typeface="Arial"/>
                <a:ea typeface="Arial"/>
                <a:cs typeface="Arial"/>
              </a:defRPr>
            </a:lvl1pPr>
            <a:lvl2pPr>
              <a:defRPr sz="3300" b="1">
                <a:solidFill>
                  <a:srgbClr val="245B48"/>
                </a:solidFill>
                <a:latin typeface="Arial"/>
                <a:ea typeface="Arial"/>
                <a:cs typeface="Arial"/>
              </a:defRPr>
            </a:lvl2pPr>
            <a:lvl3pPr>
              <a:defRPr sz="3300" b="1">
                <a:solidFill>
                  <a:srgbClr val="245B48"/>
                </a:solidFill>
                <a:latin typeface="Arial"/>
                <a:ea typeface="Arial"/>
                <a:cs typeface="Arial"/>
              </a:defRPr>
            </a:lvl3pPr>
            <a:lvl4pPr>
              <a:defRPr sz="3300" b="1">
                <a:solidFill>
                  <a:srgbClr val="245B48"/>
                </a:solidFill>
                <a:latin typeface="Arial"/>
                <a:ea typeface="Arial"/>
                <a:cs typeface="Arial"/>
              </a:defRPr>
            </a:lvl4pPr>
            <a:lvl5pPr>
              <a:defRPr sz="3300" b="1">
                <a:solidFill>
                  <a:srgbClr val="245B48"/>
                </a:solidFill>
                <a:latin typeface="Arial"/>
                <a:ea typeface="Arial"/>
                <a:cs typeface="Arial"/>
              </a:defRPr>
            </a:lvl5pPr>
            <a:lvl6pPr>
              <a:defRPr sz="3300" b="1">
                <a:solidFill>
                  <a:srgbClr val="245B48"/>
                </a:solidFill>
                <a:latin typeface="Arial"/>
                <a:ea typeface="Arial"/>
                <a:cs typeface="Arial"/>
              </a:defRPr>
            </a:lvl6pPr>
            <a:lvl7pPr>
              <a:defRPr sz="3300" b="1">
                <a:solidFill>
                  <a:srgbClr val="245B48"/>
                </a:solidFill>
                <a:latin typeface="Arial"/>
                <a:ea typeface="Arial"/>
                <a:cs typeface="Arial"/>
              </a:defRPr>
            </a:lvl7pPr>
            <a:lvl8pPr>
              <a:defRPr sz="3300" b="1">
                <a:solidFill>
                  <a:srgbClr val="245B48"/>
                </a:solidFill>
                <a:latin typeface="Arial"/>
                <a:ea typeface="Arial"/>
                <a:cs typeface="Arial"/>
              </a:defRPr>
            </a:lvl8pPr>
            <a:lvl9pPr>
              <a:defRPr sz="3300" b="1">
                <a:solidFill>
                  <a:srgbClr val="245B48"/>
                </a:solidFill>
                <a:latin typeface="Arial"/>
                <a:ea typeface="Arial"/>
                <a:cs typeface="Arial"/>
              </a:defRPr>
            </a:lvl9pPr>
          </a:lstStyle>
          <a:p xmlns:a="http://schemas.openxmlformats.org/drawingml/2006/main">
            <a:pPr>
              <a:defRPr sz="3300" b="1">
                <a:solidFill>
                  <a:srgbClr val="245B48"/>
                </a:solidFill>
                <a:latin typeface="Arial"/>
                <a:ea typeface="Arial"/>
                <a:cs typeface="Arial"/>
              </a:defRPr>
            </a:pPr>
            <a:r>
              <a:rPr sz="3300" b="1">
                <a:solidFill>
                  <a:srgbClr val="245B48"/>
                </a:solidFill>
                <a:latin typeface="Arial"/>
                <a:ea typeface="Arial"/>
                <a:cs typeface="Arial"/>
              </a:rPr>
              <a:t>Un relato, dos niveles de práctica</a:t>
            </a:r>
          </a:p>
        </p:txBody>
      </p:sp>
      <p:sp>
        <p:nvSpPr>
          <p:cNvPr id="2" name="LeeContigo IA">
            <a:extLst xmlns:a="http://schemas.openxmlformats.org/drawingml/2006/main">
              <a:ext uri="{FF2B5EF4-FFF2-40B4-BE49-F238E27FC236}">
                <a16:creationId xmlns:a16="http://schemas.microsoft.com/office/drawing/2014/main" id="{9EE2324B-82CD-424D-87DB-00D343D6162C}"/>
              </a:ext>
            </a:extLst>
          </p:cNvPr>
          <p:cNvSpPr>
            <a:spLocks xmlns:a="http://schemas.openxmlformats.org/drawingml/2006/main" noGrp="1"/>
          </p:cNvSpPr>
          <p:nvPr/>
        </p:nvSpPr>
        <p:spPr>
          <a:xfrm xmlns:a="http://schemas.openxmlformats.org/drawingml/2006/main">
            <a:off x="609600" y="6534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LeeContigo IA</a:t>
            </a:r>
          </a:p>
        </p:txBody>
      </p:sp>
      <p:sp>
        <p:nvSpPr>
          <p:cNvPr id="3" name="03 / 05">
            <a:extLst xmlns:a="http://schemas.openxmlformats.org/drawingml/2006/main">
              <a:ext uri="{FF2B5EF4-FFF2-40B4-BE49-F238E27FC236}">
                <a16:creationId xmlns:a16="http://schemas.microsoft.com/office/drawing/2014/main" id="{D181E0FB-7BCD-40B3-A73B-877A8E16F071}"/>
              </a:ext>
            </a:extLst>
          </p:cNvPr>
          <p:cNvSpPr>
            <a:spLocks xmlns:a="http://schemas.openxmlformats.org/drawingml/2006/main" noGrp="1"/>
          </p:cNvSpPr>
          <p:nvPr/>
        </p:nvSpPr>
        <p:spPr>
          <a:xfrm xmlns:a="http://schemas.openxmlformats.org/drawingml/2006/main">
            <a:off x="10744200" y="6534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03 / 05</a:t>
            </a:r>
          </a:p>
        </p:txBody>
      </p:sp>
      <p:pic>
        <p:nvPicPr>
          <p:cNvPr id="4" name="">
            <a:extLst xmlns:a="http://schemas.openxmlformats.org/drawingml/2006/main">
              <a:ext uri="{FF2B5EF4-FFF2-40B4-BE49-F238E27FC236}">
                <a16:creationId xmlns:a16="http://schemas.microsoft.com/office/drawing/2014/main" id="{942E2F32-6277-4D66-B016-3C7402B8EF60}"/>
              </a:ext>
            </a:extLst>
          </p:cNvPr>
          <p:cNvPicPr>
            <a:picLocks xmlns:a="http://schemas.openxmlformats.org/drawingml/2006/main" noChangeAspect="1"/>
          </p:cNvPicPr>
          <p:nvPr/>
        </p:nvPicPr>
        <p:blipFill>
          <a:blip xmlns:r="http://schemas.openxmlformats.org/officeDocument/2006/relationships" xmlns:a="http://schemas.openxmlformats.org/drawingml/2006/main" r:embed="Rdbe97f215d644b65"/>
          <a:stretch xmlns:a="http://schemas.openxmlformats.org/drawingml/2006/main"/>
        </p:blipFill>
        <p:spPr>
          <a:xfrm xmlns:a="http://schemas.openxmlformats.org/drawingml/2006/main">
            <a:off x="609600" y="1524529"/>
            <a:ext cx="7048500" cy="4894792"/>
          </a:xfrm>
          <a:prstGeom xmlns:a="http://schemas.openxmlformats.org/drawingml/2006/main" prst="rect">
            <a:avLst/>
          </a:prstGeom>
        </p:spPr>
      </p:pic>
      <p:sp>
        <p:nvSpPr>
          <p:cNvPr id="5" name="Paso a paso">
            <a:extLst xmlns:a="http://schemas.openxmlformats.org/drawingml/2006/main">
              <a:ext uri="{FF2B5EF4-FFF2-40B4-BE49-F238E27FC236}">
                <a16:creationId xmlns:a16="http://schemas.microsoft.com/office/drawing/2014/main" id="{194C2B25-8409-41A3-AA97-6757AEE006B3}"/>
              </a:ext>
            </a:extLst>
          </p:cNvPr>
          <p:cNvSpPr>
            <a:spLocks xmlns:a="http://schemas.openxmlformats.org/drawingml/2006/main" noGrp="1"/>
          </p:cNvSpPr>
          <p:nvPr/>
        </p:nvSpPr>
        <p:spPr>
          <a:xfrm xmlns:a="http://schemas.openxmlformats.org/drawingml/2006/main">
            <a:off x="8096250" y="18478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45B48"/>
                </a:solidFill>
                <a:latin typeface="Arial"/>
                <a:ea typeface="Arial"/>
                <a:cs typeface="Arial"/>
              </a:defRPr>
            </a:defPPr>
            <a:lvl1pPr>
              <a:defRPr sz="2325" b="1">
                <a:solidFill>
                  <a:srgbClr val="245B48"/>
                </a:solidFill>
                <a:latin typeface="Arial"/>
                <a:ea typeface="Arial"/>
                <a:cs typeface="Arial"/>
              </a:defRPr>
            </a:lvl1pPr>
            <a:lvl2pPr>
              <a:defRPr sz="2325" b="1">
                <a:solidFill>
                  <a:srgbClr val="245B48"/>
                </a:solidFill>
                <a:latin typeface="Arial"/>
                <a:ea typeface="Arial"/>
                <a:cs typeface="Arial"/>
              </a:defRPr>
            </a:lvl2pPr>
            <a:lvl3pPr>
              <a:defRPr sz="2325" b="1">
                <a:solidFill>
                  <a:srgbClr val="245B48"/>
                </a:solidFill>
                <a:latin typeface="Arial"/>
                <a:ea typeface="Arial"/>
                <a:cs typeface="Arial"/>
              </a:defRPr>
            </a:lvl3pPr>
            <a:lvl4pPr>
              <a:defRPr sz="2325" b="1">
                <a:solidFill>
                  <a:srgbClr val="245B48"/>
                </a:solidFill>
                <a:latin typeface="Arial"/>
                <a:ea typeface="Arial"/>
                <a:cs typeface="Arial"/>
              </a:defRPr>
            </a:lvl4pPr>
            <a:lvl5pPr>
              <a:defRPr sz="2325" b="1">
                <a:solidFill>
                  <a:srgbClr val="245B48"/>
                </a:solidFill>
                <a:latin typeface="Arial"/>
                <a:ea typeface="Arial"/>
                <a:cs typeface="Arial"/>
              </a:defRPr>
            </a:lvl5pPr>
            <a:lvl6pPr>
              <a:defRPr sz="2325" b="1">
                <a:solidFill>
                  <a:srgbClr val="245B48"/>
                </a:solidFill>
                <a:latin typeface="Arial"/>
                <a:ea typeface="Arial"/>
                <a:cs typeface="Arial"/>
              </a:defRPr>
            </a:lvl6pPr>
            <a:lvl7pPr>
              <a:defRPr sz="2325" b="1">
                <a:solidFill>
                  <a:srgbClr val="245B48"/>
                </a:solidFill>
                <a:latin typeface="Arial"/>
                <a:ea typeface="Arial"/>
                <a:cs typeface="Arial"/>
              </a:defRPr>
            </a:lvl7pPr>
            <a:lvl8pPr>
              <a:defRPr sz="2325" b="1">
                <a:solidFill>
                  <a:srgbClr val="245B48"/>
                </a:solidFill>
                <a:latin typeface="Arial"/>
                <a:ea typeface="Arial"/>
                <a:cs typeface="Arial"/>
              </a:defRPr>
            </a:lvl8pPr>
            <a:lvl9pPr>
              <a:defRPr sz="2325" b="1">
                <a:solidFill>
                  <a:srgbClr val="245B48"/>
                </a:solidFill>
                <a:latin typeface="Arial"/>
                <a:ea typeface="Arial"/>
                <a:cs typeface="Arial"/>
              </a:defRPr>
            </a:lvl9pPr>
          </a:lstStyle>
          <a:p xmlns:a="http://schemas.openxmlformats.org/drawingml/2006/main">
            <a:pPr>
              <a:defRPr sz="2325" b="1">
                <a:solidFill>
                  <a:srgbClr val="245B48"/>
                </a:solidFill>
                <a:latin typeface="Arial"/>
                <a:ea typeface="Arial"/>
                <a:cs typeface="Arial"/>
              </a:defRPr>
            </a:pPr>
            <a:r>
              <a:rPr sz="2325" b="1">
                <a:solidFill>
                  <a:srgbClr val="245B48"/>
                </a:solidFill>
                <a:latin typeface="Arial"/>
                <a:ea typeface="Arial"/>
                <a:cs typeface="Arial"/>
              </a:rPr>
              <a:t>Paso a paso</a:t>
            </a:r>
          </a:p>
        </p:txBody>
      </p:sp>
      <p:sp>
        <p:nvSpPr>
          <p:cNvPr id="6" name="Frases sencillas y preguntas sobre informació">
            <a:extLst xmlns:a="http://schemas.openxmlformats.org/drawingml/2006/main">
              <a:ext uri="{FF2B5EF4-FFF2-40B4-BE49-F238E27FC236}">
                <a16:creationId xmlns:a16="http://schemas.microsoft.com/office/drawing/2014/main" id="{B6BA8C9F-0AB6-4C9E-9898-2F5BA847D674}"/>
              </a:ext>
            </a:extLst>
          </p:cNvPr>
          <p:cNvSpPr>
            <a:spLocks xmlns:a="http://schemas.openxmlformats.org/drawingml/2006/main" noGrp="1"/>
          </p:cNvSpPr>
          <p:nvPr/>
        </p:nvSpPr>
        <p:spPr>
          <a:xfrm xmlns:a="http://schemas.openxmlformats.org/drawingml/2006/main">
            <a:off x="8096250" y="243840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43D35"/>
                </a:solidFill>
                <a:latin typeface="Arial"/>
                <a:ea typeface="Arial"/>
                <a:cs typeface="Arial"/>
              </a:defRPr>
            </a:defPPr>
            <a:lvl1pPr>
              <a:defRPr sz="1875" b="0">
                <a:solidFill>
                  <a:srgbClr val="243D35"/>
                </a:solidFill>
                <a:latin typeface="Arial"/>
                <a:ea typeface="Arial"/>
                <a:cs typeface="Arial"/>
              </a:defRPr>
            </a:lvl1pPr>
            <a:lvl2pPr>
              <a:defRPr sz="1875" b="0">
                <a:solidFill>
                  <a:srgbClr val="243D35"/>
                </a:solidFill>
                <a:latin typeface="Arial"/>
                <a:ea typeface="Arial"/>
                <a:cs typeface="Arial"/>
              </a:defRPr>
            </a:lvl2pPr>
            <a:lvl3pPr>
              <a:defRPr sz="1875" b="0">
                <a:solidFill>
                  <a:srgbClr val="243D35"/>
                </a:solidFill>
                <a:latin typeface="Arial"/>
                <a:ea typeface="Arial"/>
                <a:cs typeface="Arial"/>
              </a:defRPr>
            </a:lvl3pPr>
            <a:lvl4pPr>
              <a:defRPr sz="1875" b="0">
                <a:solidFill>
                  <a:srgbClr val="243D35"/>
                </a:solidFill>
                <a:latin typeface="Arial"/>
                <a:ea typeface="Arial"/>
                <a:cs typeface="Arial"/>
              </a:defRPr>
            </a:lvl4pPr>
            <a:lvl5pPr>
              <a:defRPr sz="1875" b="0">
                <a:solidFill>
                  <a:srgbClr val="243D35"/>
                </a:solidFill>
                <a:latin typeface="Arial"/>
                <a:ea typeface="Arial"/>
                <a:cs typeface="Arial"/>
              </a:defRPr>
            </a:lvl5pPr>
            <a:lvl6pPr>
              <a:defRPr sz="1875" b="0">
                <a:solidFill>
                  <a:srgbClr val="243D35"/>
                </a:solidFill>
                <a:latin typeface="Arial"/>
                <a:ea typeface="Arial"/>
                <a:cs typeface="Arial"/>
              </a:defRPr>
            </a:lvl6pPr>
            <a:lvl7pPr>
              <a:defRPr sz="1875" b="0">
                <a:solidFill>
                  <a:srgbClr val="243D35"/>
                </a:solidFill>
                <a:latin typeface="Arial"/>
                <a:ea typeface="Arial"/>
                <a:cs typeface="Arial"/>
              </a:defRPr>
            </a:lvl7pPr>
            <a:lvl8pPr>
              <a:defRPr sz="1875" b="0">
                <a:solidFill>
                  <a:srgbClr val="243D35"/>
                </a:solidFill>
                <a:latin typeface="Arial"/>
                <a:ea typeface="Arial"/>
                <a:cs typeface="Arial"/>
              </a:defRPr>
            </a:lvl8pPr>
            <a:lvl9pPr>
              <a:defRPr sz="1875" b="0">
                <a:solidFill>
                  <a:srgbClr val="243D35"/>
                </a:solidFill>
                <a:latin typeface="Arial"/>
                <a:ea typeface="Arial"/>
                <a:cs typeface="Arial"/>
              </a:defRPr>
            </a:lvl9pPr>
          </a:lstStyle>
          <a:p xmlns:a="http://schemas.openxmlformats.org/drawingml/2006/main">
            <a:pPr>
              <a:defRPr sz="1875" b="0">
                <a:solidFill>
                  <a:srgbClr val="243D35"/>
                </a:solidFill>
                <a:latin typeface="Arial"/>
                <a:ea typeface="Arial"/>
                <a:cs typeface="Arial"/>
              </a:defRPr>
            </a:pPr>
            <a:r>
              <a:rPr sz="1875" b="0">
                <a:solidFill>
                  <a:srgbClr val="243D35"/>
                </a:solidFill>
                <a:latin typeface="Arial"/>
                <a:ea typeface="Arial"/>
                <a:cs typeface="Arial"/>
              </a:rPr>
              <a:t>Frases sencillas y preguntas sobre información del relato.</a:t>
            </a:r>
          </a:p>
        </p:txBody>
      </p:sp>
      <p:sp>
        <p:nvSpPr>
          <p:cNvPr id="7" name="Un pequeño reto">
            <a:extLst xmlns:a="http://schemas.openxmlformats.org/drawingml/2006/main">
              <a:ext uri="{FF2B5EF4-FFF2-40B4-BE49-F238E27FC236}">
                <a16:creationId xmlns:a16="http://schemas.microsoft.com/office/drawing/2014/main" id="{128721B0-9AFC-486A-84A1-06C14C66D42C}"/>
              </a:ext>
            </a:extLst>
          </p:cNvPr>
          <p:cNvSpPr>
            <a:spLocks xmlns:a="http://schemas.openxmlformats.org/drawingml/2006/main" noGrp="1"/>
          </p:cNvSpPr>
          <p:nvPr/>
        </p:nvSpPr>
        <p:spPr>
          <a:xfrm xmlns:a="http://schemas.openxmlformats.org/drawingml/2006/main">
            <a:off x="8096250" y="37909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45B48"/>
                </a:solidFill>
                <a:latin typeface="Arial"/>
                <a:ea typeface="Arial"/>
                <a:cs typeface="Arial"/>
              </a:defRPr>
            </a:defPPr>
            <a:lvl1pPr>
              <a:defRPr sz="2325" b="1">
                <a:solidFill>
                  <a:srgbClr val="245B48"/>
                </a:solidFill>
                <a:latin typeface="Arial"/>
                <a:ea typeface="Arial"/>
                <a:cs typeface="Arial"/>
              </a:defRPr>
            </a:lvl1pPr>
            <a:lvl2pPr>
              <a:defRPr sz="2325" b="1">
                <a:solidFill>
                  <a:srgbClr val="245B48"/>
                </a:solidFill>
                <a:latin typeface="Arial"/>
                <a:ea typeface="Arial"/>
                <a:cs typeface="Arial"/>
              </a:defRPr>
            </a:lvl2pPr>
            <a:lvl3pPr>
              <a:defRPr sz="2325" b="1">
                <a:solidFill>
                  <a:srgbClr val="245B48"/>
                </a:solidFill>
                <a:latin typeface="Arial"/>
                <a:ea typeface="Arial"/>
                <a:cs typeface="Arial"/>
              </a:defRPr>
            </a:lvl3pPr>
            <a:lvl4pPr>
              <a:defRPr sz="2325" b="1">
                <a:solidFill>
                  <a:srgbClr val="245B48"/>
                </a:solidFill>
                <a:latin typeface="Arial"/>
                <a:ea typeface="Arial"/>
                <a:cs typeface="Arial"/>
              </a:defRPr>
            </a:lvl4pPr>
            <a:lvl5pPr>
              <a:defRPr sz="2325" b="1">
                <a:solidFill>
                  <a:srgbClr val="245B48"/>
                </a:solidFill>
                <a:latin typeface="Arial"/>
                <a:ea typeface="Arial"/>
                <a:cs typeface="Arial"/>
              </a:defRPr>
            </a:lvl5pPr>
            <a:lvl6pPr>
              <a:defRPr sz="2325" b="1">
                <a:solidFill>
                  <a:srgbClr val="245B48"/>
                </a:solidFill>
                <a:latin typeface="Arial"/>
                <a:ea typeface="Arial"/>
                <a:cs typeface="Arial"/>
              </a:defRPr>
            </a:lvl6pPr>
            <a:lvl7pPr>
              <a:defRPr sz="2325" b="1">
                <a:solidFill>
                  <a:srgbClr val="245B48"/>
                </a:solidFill>
                <a:latin typeface="Arial"/>
                <a:ea typeface="Arial"/>
                <a:cs typeface="Arial"/>
              </a:defRPr>
            </a:lvl7pPr>
            <a:lvl8pPr>
              <a:defRPr sz="2325" b="1">
                <a:solidFill>
                  <a:srgbClr val="245B48"/>
                </a:solidFill>
                <a:latin typeface="Arial"/>
                <a:ea typeface="Arial"/>
                <a:cs typeface="Arial"/>
              </a:defRPr>
            </a:lvl8pPr>
            <a:lvl9pPr>
              <a:defRPr sz="2325" b="1">
                <a:solidFill>
                  <a:srgbClr val="245B48"/>
                </a:solidFill>
                <a:latin typeface="Arial"/>
                <a:ea typeface="Arial"/>
                <a:cs typeface="Arial"/>
              </a:defRPr>
            </a:lvl9pPr>
          </a:lstStyle>
          <a:p xmlns:a="http://schemas.openxmlformats.org/drawingml/2006/main">
            <a:pPr>
              <a:defRPr sz="2325" b="1">
                <a:solidFill>
                  <a:srgbClr val="245B48"/>
                </a:solidFill>
                <a:latin typeface="Arial"/>
                <a:ea typeface="Arial"/>
                <a:cs typeface="Arial"/>
              </a:defRPr>
            </a:pPr>
            <a:r>
              <a:rPr sz="2325" b="1">
                <a:solidFill>
                  <a:srgbClr val="245B48"/>
                </a:solidFill>
                <a:latin typeface="Arial"/>
                <a:ea typeface="Arial"/>
                <a:cs typeface="Arial"/>
              </a:rPr>
              <a:t>Un pequeño reto</a:t>
            </a:r>
          </a:p>
        </p:txBody>
      </p:sp>
      <p:sp>
        <p:nvSpPr>
          <p:cNvPr id="8" name="Más riqueza de lenguaje y relaciones por expl">
            <a:extLst xmlns:a="http://schemas.openxmlformats.org/drawingml/2006/main">
              <a:ext uri="{FF2B5EF4-FFF2-40B4-BE49-F238E27FC236}">
                <a16:creationId xmlns:a16="http://schemas.microsoft.com/office/drawing/2014/main" id="{1E697491-F806-497A-B513-B034155213B3}"/>
              </a:ext>
            </a:extLst>
          </p:cNvPr>
          <p:cNvSpPr>
            <a:spLocks xmlns:a="http://schemas.openxmlformats.org/drawingml/2006/main" noGrp="1"/>
          </p:cNvSpPr>
          <p:nvPr/>
        </p:nvSpPr>
        <p:spPr>
          <a:xfrm xmlns:a="http://schemas.openxmlformats.org/drawingml/2006/main">
            <a:off x="8096250" y="4381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43D35"/>
                </a:solidFill>
                <a:latin typeface="Arial"/>
                <a:ea typeface="Arial"/>
                <a:cs typeface="Arial"/>
              </a:defRPr>
            </a:defPPr>
            <a:lvl1pPr>
              <a:defRPr sz="1875" b="0">
                <a:solidFill>
                  <a:srgbClr val="243D35"/>
                </a:solidFill>
                <a:latin typeface="Arial"/>
                <a:ea typeface="Arial"/>
                <a:cs typeface="Arial"/>
              </a:defRPr>
            </a:lvl1pPr>
            <a:lvl2pPr>
              <a:defRPr sz="1875" b="0">
                <a:solidFill>
                  <a:srgbClr val="243D35"/>
                </a:solidFill>
                <a:latin typeface="Arial"/>
                <a:ea typeface="Arial"/>
                <a:cs typeface="Arial"/>
              </a:defRPr>
            </a:lvl2pPr>
            <a:lvl3pPr>
              <a:defRPr sz="1875" b="0">
                <a:solidFill>
                  <a:srgbClr val="243D35"/>
                </a:solidFill>
                <a:latin typeface="Arial"/>
                <a:ea typeface="Arial"/>
                <a:cs typeface="Arial"/>
              </a:defRPr>
            </a:lvl3pPr>
            <a:lvl4pPr>
              <a:defRPr sz="1875" b="0">
                <a:solidFill>
                  <a:srgbClr val="243D35"/>
                </a:solidFill>
                <a:latin typeface="Arial"/>
                <a:ea typeface="Arial"/>
                <a:cs typeface="Arial"/>
              </a:defRPr>
            </a:lvl4pPr>
            <a:lvl5pPr>
              <a:defRPr sz="1875" b="0">
                <a:solidFill>
                  <a:srgbClr val="243D35"/>
                </a:solidFill>
                <a:latin typeface="Arial"/>
                <a:ea typeface="Arial"/>
                <a:cs typeface="Arial"/>
              </a:defRPr>
            </a:lvl5pPr>
            <a:lvl6pPr>
              <a:defRPr sz="1875" b="0">
                <a:solidFill>
                  <a:srgbClr val="243D35"/>
                </a:solidFill>
                <a:latin typeface="Arial"/>
                <a:ea typeface="Arial"/>
                <a:cs typeface="Arial"/>
              </a:defRPr>
            </a:lvl6pPr>
            <a:lvl7pPr>
              <a:defRPr sz="1875" b="0">
                <a:solidFill>
                  <a:srgbClr val="243D35"/>
                </a:solidFill>
                <a:latin typeface="Arial"/>
                <a:ea typeface="Arial"/>
                <a:cs typeface="Arial"/>
              </a:defRPr>
            </a:lvl7pPr>
            <a:lvl8pPr>
              <a:defRPr sz="1875" b="0">
                <a:solidFill>
                  <a:srgbClr val="243D35"/>
                </a:solidFill>
                <a:latin typeface="Arial"/>
                <a:ea typeface="Arial"/>
                <a:cs typeface="Arial"/>
              </a:defRPr>
            </a:lvl8pPr>
            <a:lvl9pPr>
              <a:defRPr sz="1875" b="0">
                <a:solidFill>
                  <a:srgbClr val="243D35"/>
                </a:solidFill>
                <a:latin typeface="Arial"/>
                <a:ea typeface="Arial"/>
                <a:cs typeface="Arial"/>
              </a:defRPr>
            </a:lvl9pPr>
          </a:lstStyle>
          <a:p xmlns:a="http://schemas.openxmlformats.org/drawingml/2006/main">
            <a:pPr>
              <a:defRPr sz="1875" b="0">
                <a:solidFill>
                  <a:srgbClr val="243D35"/>
                </a:solidFill>
                <a:latin typeface="Arial"/>
                <a:ea typeface="Arial"/>
                <a:cs typeface="Arial"/>
              </a:defRPr>
            </a:pPr>
            <a:r>
              <a:rPr sz="1875" b="0">
                <a:solidFill>
                  <a:srgbClr val="243D35"/>
                </a:solidFill>
                <a:latin typeface="Arial"/>
                <a:ea typeface="Arial"/>
                <a:cs typeface="Arial"/>
              </a:rPr>
              <a:t>Más riqueza de lenguaje y relaciones por explorar.</a:t>
            </a:r>
          </a:p>
        </p:txBody>
      </p:sp>
      <p:sp>
        <p:nvSpPr>
          <p:cNvPr id="9" name="Letra ajustable · voz opcional&#10;Sin cuentas ni">
            <a:extLst xmlns:a="http://schemas.openxmlformats.org/drawingml/2006/main">
              <a:ext uri="{FF2B5EF4-FFF2-40B4-BE49-F238E27FC236}">
                <a16:creationId xmlns:a16="http://schemas.microsoft.com/office/drawing/2014/main" id="{DDF31708-F240-4398-8F7D-4BB0BEC08492}"/>
              </a:ext>
            </a:extLst>
          </p:cNvPr>
          <p:cNvSpPr>
            <a:spLocks xmlns:a="http://schemas.openxmlformats.org/drawingml/2006/main" noGrp="1"/>
          </p:cNvSpPr>
          <p:nvPr/>
        </p:nvSpPr>
        <p:spPr>
          <a:xfrm xmlns:a="http://schemas.openxmlformats.org/drawingml/2006/main">
            <a:off x="8096250" y="5686425"/>
            <a:ext cx="347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C6F69"/>
                </a:solidFill>
                <a:latin typeface="Arial"/>
                <a:ea typeface="Arial"/>
                <a:cs typeface="Arial"/>
              </a:defRPr>
            </a:defPPr>
            <a:lvl1pPr>
              <a:defRPr sz="1575" b="0">
                <a:solidFill>
                  <a:srgbClr val="5C6F69"/>
                </a:solidFill>
                <a:latin typeface="Arial"/>
                <a:ea typeface="Arial"/>
                <a:cs typeface="Arial"/>
              </a:defRPr>
            </a:lvl1pPr>
            <a:lvl2pPr>
              <a:defRPr sz="1575" b="0">
                <a:solidFill>
                  <a:srgbClr val="5C6F69"/>
                </a:solidFill>
                <a:latin typeface="Arial"/>
                <a:ea typeface="Arial"/>
                <a:cs typeface="Arial"/>
              </a:defRPr>
            </a:lvl2pPr>
            <a:lvl3pPr>
              <a:defRPr sz="1575" b="0">
                <a:solidFill>
                  <a:srgbClr val="5C6F69"/>
                </a:solidFill>
                <a:latin typeface="Arial"/>
                <a:ea typeface="Arial"/>
                <a:cs typeface="Arial"/>
              </a:defRPr>
            </a:lvl3pPr>
            <a:lvl4pPr>
              <a:defRPr sz="1575" b="0">
                <a:solidFill>
                  <a:srgbClr val="5C6F69"/>
                </a:solidFill>
                <a:latin typeface="Arial"/>
                <a:ea typeface="Arial"/>
                <a:cs typeface="Arial"/>
              </a:defRPr>
            </a:lvl4pPr>
            <a:lvl5pPr>
              <a:defRPr sz="1575" b="0">
                <a:solidFill>
                  <a:srgbClr val="5C6F69"/>
                </a:solidFill>
                <a:latin typeface="Arial"/>
                <a:ea typeface="Arial"/>
                <a:cs typeface="Arial"/>
              </a:defRPr>
            </a:lvl5pPr>
            <a:lvl6pPr>
              <a:defRPr sz="1575" b="0">
                <a:solidFill>
                  <a:srgbClr val="5C6F69"/>
                </a:solidFill>
                <a:latin typeface="Arial"/>
                <a:ea typeface="Arial"/>
                <a:cs typeface="Arial"/>
              </a:defRPr>
            </a:lvl6pPr>
            <a:lvl7pPr>
              <a:defRPr sz="1575" b="0">
                <a:solidFill>
                  <a:srgbClr val="5C6F69"/>
                </a:solidFill>
                <a:latin typeface="Arial"/>
                <a:ea typeface="Arial"/>
                <a:cs typeface="Arial"/>
              </a:defRPr>
            </a:lvl7pPr>
            <a:lvl8pPr>
              <a:defRPr sz="1575" b="0">
                <a:solidFill>
                  <a:srgbClr val="5C6F69"/>
                </a:solidFill>
                <a:latin typeface="Arial"/>
                <a:ea typeface="Arial"/>
                <a:cs typeface="Arial"/>
              </a:defRPr>
            </a:lvl8pPr>
            <a:lvl9pPr>
              <a:defRPr sz="1575" b="0">
                <a:solidFill>
                  <a:srgbClr val="5C6F69"/>
                </a:solidFill>
                <a:latin typeface="Arial"/>
                <a:ea typeface="Arial"/>
                <a:cs typeface="Arial"/>
              </a:defRPr>
            </a:lvl9pPr>
          </a:lstStyle>
          <a:p xmlns:a="http://schemas.openxmlformats.org/drawingml/2006/main">
            <a:pPr>
              <a:defRPr sz="1575" b="0">
                <a:solidFill>
                  <a:srgbClr val="5C6F69"/>
                </a:solidFill>
                <a:latin typeface="Arial"/>
                <a:ea typeface="Arial"/>
                <a:cs typeface="Arial"/>
              </a:defRPr>
            </a:pPr>
            <a:r>
              <a:rPr sz="1575" b="0">
                <a:solidFill>
                  <a:srgbClr val="5C6F69"/>
                </a:solidFill>
                <a:latin typeface="Arial"/>
                <a:ea typeface="Arial"/>
                <a:cs typeface="Arial"/>
              </a:rPr>
              <a:t>Letra ajustable · voz opcional</a:t>
            </a:r>
          </a:p>
          <a:p xmlns:a="http://schemas.openxmlformats.org/drawingml/2006/main">
            <a:pPr>
              <a:defRPr sz="1575" b="0">
                <a:solidFill>
                  <a:srgbClr val="5C6F69"/>
                </a:solidFill>
                <a:latin typeface="Arial"/>
                <a:ea typeface="Arial"/>
                <a:cs typeface="Arial"/>
              </a:defRPr>
            </a:pPr>
            <a:r>
              <a:rPr sz="1575" b="0">
                <a:solidFill>
                  <a:srgbClr val="5C6F69"/>
                </a:solidFill>
                <a:latin typeface="Arial"/>
                <a:ea typeface="Arial"/>
                <a:cs typeface="Arial"/>
              </a:rPr>
              <a:t>Sin cuentas ni anuncios</a:t>
            </a:r>
          </a:p>
        </p:txBody>
      </p:sp>
    </p:spTree>
    <p:extLst>
      <p:ext uri="{BB962C8B-B14F-4D97-AF65-F5344CB8AC3E}">
        <p14:creationId xmlns:p14="http://schemas.microsoft.com/office/powerpoint/2010/main" val="1095344988"/>
      </p:ext>
    </p:extLst>
  </p:cSld>
</p:sld>
</file>

<file path=ppt/slides/slide4.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9" name="Pistas con IA que vuelven al texto">
            <a:extLst xmlns:a="http://schemas.openxmlformats.org/drawingml/2006/main">
              <a:ext uri="{FF2B5EF4-FFF2-40B4-BE49-F238E27FC236}">
                <a16:creationId xmlns:a16="http://schemas.microsoft.com/office/drawing/2014/main" id="{9FB1BDDC-4C6F-4559-8BDD-0A0DE2A71435}"/>
              </a:ext>
            </a:extLst>
          </p:cNvPr>
          <p:cNvSpPr>
            <a:spLocks xmlns:a="http://schemas.openxmlformats.org/drawingml/2006/main" noGrp="1"/>
          </p:cNvSpPr>
          <p:nvPr/>
        </p:nvSpPr>
        <p:spPr>
          <a:xfrm xmlns:a="http://schemas.openxmlformats.org/drawingml/2006/main">
            <a:off x="609600" y="495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45B48"/>
                </a:solidFill>
                <a:latin typeface="Arial"/>
                <a:ea typeface="Arial"/>
                <a:cs typeface="Arial"/>
              </a:defRPr>
            </a:defPPr>
            <a:lvl1pPr>
              <a:defRPr sz="3300" b="1">
                <a:solidFill>
                  <a:srgbClr val="245B48"/>
                </a:solidFill>
                <a:latin typeface="Arial"/>
                <a:ea typeface="Arial"/>
                <a:cs typeface="Arial"/>
              </a:defRPr>
            </a:lvl1pPr>
            <a:lvl2pPr>
              <a:defRPr sz="3300" b="1">
                <a:solidFill>
                  <a:srgbClr val="245B48"/>
                </a:solidFill>
                <a:latin typeface="Arial"/>
                <a:ea typeface="Arial"/>
                <a:cs typeface="Arial"/>
              </a:defRPr>
            </a:lvl2pPr>
            <a:lvl3pPr>
              <a:defRPr sz="3300" b="1">
                <a:solidFill>
                  <a:srgbClr val="245B48"/>
                </a:solidFill>
                <a:latin typeface="Arial"/>
                <a:ea typeface="Arial"/>
                <a:cs typeface="Arial"/>
              </a:defRPr>
            </a:lvl3pPr>
            <a:lvl4pPr>
              <a:defRPr sz="3300" b="1">
                <a:solidFill>
                  <a:srgbClr val="245B48"/>
                </a:solidFill>
                <a:latin typeface="Arial"/>
                <a:ea typeface="Arial"/>
                <a:cs typeface="Arial"/>
              </a:defRPr>
            </a:lvl4pPr>
            <a:lvl5pPr>
              <a:defRPr sz="3300" b="1">
                <a:solidFill>
                  <a:srgbClr val="245B48"/>
                </a:solidFill>
                <a:latin typeface="Arial"/>
                <a:ea typeface="Arial"/>
                <a:cs typeface="Arial"/>
              </a:defRPr>
            </a:lvl5pPr>
            <a:lvl6pPr>
              <a:defRPr sz="3300" b="1">
                <a:solidFill>
                  <a:srgbClr val="245B48"/>
                </a:solidFill>
                <a:latin typeface="Arial"/>
                <a:ea typeface="Arial"/>
                <a:cs typeface="Arial"/>
              </a:defRPr>
            </a:lvl6pPr>
            <a:lvl7pPr>
              <a:defRPr sz="3300" b="1">
                <a:solidFill>
                  <a:srgbClr val="245B48"/>
                </a:solidFill>
                <a:latin typeface="Arial"/>
                <a:ea typeface="Arial"/>
                <a:cs typeface="Arial"/>
              </a:defRPr>
            </a:lvl7pPr>
            <a:lvl8pPr>
              <a:defRPr sz="3300" b="1">
                <a:solidFill>
                  <a:srgbClr val="245B48"/>
                </a:solidFill>
                <a:latin typeface="Arial"/>
                <a:ea typeface="Arial"/>
                <a:cs typeface="Arial"/>
              </a:defRPr>
            </a:lvl8pPr>
            <a:lvl9pPr>
              <a:defRPr sz="3300" b="1">
                <a:solidFill>
                  <a:srgbClr val="245B48"/>
                </a:solidFill>
                <a:latin typeface="Arial"/>
                <a:ea typeface="Arial"/>
                <a:cs typeface="Arial"/>
              </a:defRPr>
            </a:lvl9pPr>
          </a:lstStyle>
          <a:p xmlns:a="http://schemas.openxmlformats.org/drawingml/2006/main">
            <a:pPr>
              <a:defRPr sz="3300" b="1">
                <a:solidFill>
                  <a:srgbClr val="245B48"/>
                </a:solidFill>
                <a:latin typeface="Arial"/>
                <a:ea typeface="Arial"/>
                <a:cs typeface="Arial"/>
              </a:defRPr>
            </a:pPr>
            <a:r>
              <a:rPr sz="3300" b="1">
                <a:solidFill>
                  <a:srgbClr val="245B48"/>
                </a:solidFill>
                <a:latin typeface="Arial"/>
                <a:ea typeface="Arial"/>
                <a:cs typeface="Arial"/>
              </a:rPr>
              <a:t>Pistas con IA que vuelven al texto</a:t>
            </a:r>
          </a:p>
        </p:txBody>
      </p:sp>
      <p:sp>
        <p:nvSpPr>
          <p:cNvPr id="2" name="LeeContigo IA">
            <a:extLst xmlns:a="http://schemas.openxmlformats.org/drawingml/2006/main">
              <a:ext uri="{FF2B5EF4-FFF2-40B4-BE49-F238E27FC236}">
                <a16:creationId xmlns:a16="http://schemas.microsoft.com/office/drawing/2014/main" id="{365943C9-AF1A-4728-B8E3-7C48A80FD5E5}"/>
              </a:ext>
            </a:extLst>
          </p:cNvPr>
          <p:cNvSpPr>
            <a:spLocks xmlns:a="http://schemas.openxmlformats.org/drawingml/2006/main" noGrp="1"/>
          </p:cNvSpPr>
          <p:nvPr/>
        </p:nvSpPr>
        <p:spPr>
          <a:xfrm xmlns:a="http://schemas.openxmlformats.org/drawingml/2006/main">
            <a:off x="609600" y="6534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LeeContigo IA</a:t>
            </a:r>
          </a:p>
        </p:txBody>
      </p:sp>
      <p:sp>
        <p:nvSpPr>
          <p:cNvPr id="3" name="04 / 05">
            <a:extLst xmlns:a="http://schemas.openxmlformats.org/drawingml/2006/main">
              <a:ext uri="{FF2B5EF4-FFF2-40B4-BE49-F238E27FC236}">
                <a16:creationId xmlns:a16="http://schemas.microsoft.com/office/drawing/2014/main" id="{B28990C1-D402-4A51-AF97-9BA8ED1DF25B}"/>
              </a:ext>
            </a:extLst>
          </p:cNvPr>
          <p:cNvSpPr>
            <a:spLocks xmlns:a="http://schemas.openxmlformats.org/drawingml/2006/main" noGrp="1"/>
          </p:cNvSpPr>
          <p:nvPr/>
        </p:nvSpPr>
        <p:spPr>
          <a:xfrm xmlns:a="http://schemas.openxmlformats.org/drawingml/2006/main">
            <a:off x="10744200" y="6534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04 / 05</a:t>
            </a:r>
          </a:p>
        </p:txBody>
      </p:sp>
      <p:pic>
        <p:nvPicPr>
          <p:cNvPr id="4" name="">
            <a:extLst xmlns:a="http://schemas.openxmlformats.org/drawingml/2006/main">
              <a:ext uri="{FF2B5EF4-FFF2-40B4-BE49-F238E27FC236}">
                <a16:creationId xmlns:a16="http://schemas.microsoft.com/office/drawing/2014/main" id="{1BB3CFCB-ECD4-4BF2-A3D5-24DA3349A95E}"/>
              </a:ext>
            </a:extLst>
          </p:cNvPr>
          <p:cNvPicPr>
            <a:picLocks xmlns:a="http://schemas.openxmlformats.org/drawingml/2006/main" noChangeAspect="1"/>
          </p:cNvPicPr>
          <p:nvPr/>
        </p:nvPicPr>
        <p:blipFill>
          <a:blip xmlns:r="http://schemas.openxmlformats.org/officeDocument/2006/relationships" xmlns:a="http://schemas.openxmlformats.org/drawingml/2006/main" r:embed="R08d7441c68f54edb"/>
          <a:stretch xmlns:a="http://schemas.openxmlformats.org/drawingml/2006/main"/>
        </p:blipFill>
        <p:spPr>
          <a:xfrm xmlns:a="http://schemas.openxmlformats.org/drawingml/2006/main">
            <a:off x="459740" y="1524000"/>
            <a:ext cx="7233920" cy="5086350"/>
          </a:xfrm>
          <a:prstGeom xmlns:a="http://schemas.openxmlformats.org/drawingml/2006/main" prst="rect">
            <a:avLst/>
          </a:prstGeom>
        </p:spPr>
      </p:pic>
      <p:sp>
        <p:nvSpPr>
          <p:cNvPr id="5" name="Relato + pregunta + nivel">
            <a:extLst xmlns:a="http://schemas.openxmlformats.org/drawingml/2006/main">
              <a:ext uri="{FF2B5EF4-FFF2-40B4-BE49-F238E27FC236}">
                <a16:creationId xmlns:a16="http://schemas.microsoft.com/office/drawing/2014/main" id="{A94557FF-811B-4C3D-893A-6B6324F2500C}"/>
              </a:ext>
            </a:extLst>
          </p:cNvPr>
          <p:cNvSpPr>
            <a:spLocks xmlns:a="http://schemas.openxmlformats.org/drawingml/2006/main" noGrp="1"/>
          </p:cNvSpPr>
          <p:nvPr/>
        </p:nvSpPr>
        <p:spPr>
          <a:xfrm xmlns:a="http://schemas.openxmlformats.org/drawingml/2006/main">
            <a:off x="8096250" y="180975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B48"/>
                </a:solidFill>
                <a:latin typeface="Arial"/>
                <a:ea typeface="Arial"/>
                <a:cs typeface="Arial"/>
              </a:defRPr>
            </a:defPPr>
            <a:lvl1pPr>
              <a:defRPr sz="2175" b="1">
                <a:solidFill>
                  <a:srgbClr val="245B48"/>
                </a:solidFill>
                <a:latin typeface="Arial"/>
                <a:ea typeface="Arial"/>
                <a:cs typeface="Arial"/>
              </a:defRPr>
            </a:lvl1pPr>
            <a:lvl2pPr>
              <a:defRPr sz="2175" b="1">
                <a:solidFill>
                  <a:srgbClr val="245B48"/>
                </a:solidFill>
                <a:latin typeface="Arial"/>
                <a:ea typeface="Arial"/>
                <a:cs typeface="Arial"/>
              </a:defRPr>
            </a:lvl2pPr>
            <a:lvl3pPr>
              <a:defRPr sz="2175" b="1">
                <a:solidFill>
                  <a:srgbClr val="245B48"/>
                </a:solidFill>
                <a:latin typeface="Arial"/>
                <a:ea typeface="Arial"/>
                <a:cs typeface="Arial"/>
              </a:defRPr>
            </a:lvl3pPr>
            <a:lvl4pPr>
              <a:defRPr sz="2175" b="1">
                <a:solidFill>
                  <a:srgbClr val="245B48"/>
                </a:solidFill>
                <a:latin typeface="Arial"/>
                <a:ea typeface="Arial"/>
                <a:cs typeface="Arial"/>
              </a:defRPr>
            </a:lvl4pPr>
            <a:lvl5pPr>
              <a:defRPr sz="2175" b="1">
                <a:solidFill>
                  <a:srgbClr val="245B48"/>
                </a:solidFill>
                <a:latin typeface="Arial"/>
                <a:ea typeface="Arial"/>
                <a:cs typeface="Arial"/>
              </a:defRPr>
            </a:lvl5pPr>
            <a:lvl6pPr>
              <a:defRPr sz="2175" b="1">
                <a:solidFill>
                  <a:srgbClr val="245B48"/>
                </a:solidFill>
                <a:latin typeface="Arial"/>
                <a:ea typeface="Arial"/>
                <a:cs typeface="Arial"/>
              </a:defRPr>
            </a:lvl6pPr>
            <a:lvl7pPr>
              <a:defRPr sz="2175" b="1">
                <a:solidFill>
                  <a:srgbClr val="245B48"/>
                </a:solidFill>
                <a:latin typeface="Arial"/>
                <a:ea typeface="Arial"/>
                <a:cs typeface="Arial"/>
              </a:defRPr>
            </a:lvl7pPr>
            <a:lvl8pPr>
              <a:defRPr sz="2175" b="1">
                <a:solidFill>
                  <a:srgbClr val="245B48"/>
                </a:solidFill>
                <a:latin typeface="Arial"/>
                <a:ea typeface="Arial"/>
                <a:cs typeface="Arial"/>
              </a:defRPr>
            </a:lvl8pPr>
            <a:lvl9pPr>
              <a:defRPr sz="2175" b="1">
                <a:solidFill>
                  <a:srgbClr val="245B48"/>
                </a:solidFill>
                <a:latin typeface="Arial"/>
                <a:ea typeface="Arial"/>
                <a:cs typeface="Arial"/>
              </a:defRPr>
            </a:lvl9pPr>
          </a:lstStyle>
          <a:p xmlns:a="http://schemas.openxmlformats.org/drawingml/2006/main">
            <a:pPr>
              <a:defRPr sz="2175" b="1">
                <a:solidFill>
                  <a:srgbClr val="245B48"/>
                </a:solidFill>
                <a:latin typeface="Arial"/>
                <a:ea typeface="Arial"/>
                <a:cs typeface="Arial"/>
              </a:defRPr>
            </a:pPr>
            <a:r>
              <a:rPr sz="2175" b="1">
                <a:solidFill>
                  <a:srgbClr val="245B48"/>
                </a:solidFill>
                <a:latin typeface="Arial"/>
                <a:ea typeface="Arial"/>
                <a:cs typeface="Arial"/>
              </a:rPr>
              <a:t>Relato + pregunta + nivel</a:t>
            </a:r>
          </a:p>
        </p:txBody>
      </p:sp>
      <p:sp>
        <p:nvSpPr>
          <p:cNvPr id="6" name="La IA formula una pista breve para orientar l">
            <a:extLst xmlns:a="http://schemas.openxmlformats.org/drawingml/2006/main">
              <a:ext uri="{FF2B5EF4-FFF2-40B4-BE49-F238E27FC236}">
                <a16:creationId xmlns:a16="http://schemas.microsoft.com/office/drawing/2014/main" id="{683FBB34-A8FB-46DD-8211-0D1826512453}"/>
              </a:ext>
            </a:extLst>
          </p:cNvPr>
          <p:cNvSpPr>
            <a:spLocks xmlns:a="http://schemas.openxmlformats.org/drawingml/2006/main" noGrp="1"/>
          </p:cNvSpPr>
          <p:nvPr/>
        </p:nvSpPr>
        <p:spPr>
          <a:xfrm xmlns:a="http://schemas.openxmlformats.org/drawingml/2006/main">
            <a:off x="8096250" y="2714625"/>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43D35"/>
                </a:solidFill>
                <a:latin typeface="Arial"/>
                <a:ea typeface="Arial"/>
                <a:cs typeface="Arial"/>
              </a:defRPr>
            </a:defPPr>
            <a:lvl1pPr>
              <a:defRPr sz="1875" b="0">
                <a:solidFill>
                  <a:srgbClr val="243D35"/>
                </a:solidFill>
                <a:latin typeface="Arial"/>
                <a:ea typeface="Arial"/>
                <a:cs typeface="Arial"/>
              </a:defRPr>
            </a:lvl1pPr>
            <a:lvl2pPr>
              <a:defRPr sz="1875" b="0">
                <a:solidFill>
                  <a:srgbClr val="243D35"/>
                </a:solidFill>
                <a:latin typeface="Arial"/>
                <a:ea typeface="Arial"/>
                <a:cs typeface="Arial"/>
              </a:defRPr>
            </a:lvl2pPr>
            <a:lvl3pPr>
              <a:defRPr sz="1875" b="0">
                <a:solidFill>
                  <a:srgbClr val="243D35"/>
                </a:solidFill>
                <a:latin typeface="Arial"/>
                <a:ea typeface="Arial"/>
                <a:cs typeface="Arial"/>
              </a:defRPr>
            </a:lvl3pPr>
            <a:lvl4pPr>
              <a:defRPr sz="1875" b="0">
                <a:solidFill>
                  <a:srgbClr val="243D35"/>
                </a:solidFill>
                <a:latin typeface="Arial"/>
                <a:ea typeface="Arial"/>
                <a:cs typeface="Arial"/>
              </a:defRPr>
            </a:lvl4pPr>
            <a:lvl5pPr>
              <a:defRPr sz="1875" b="0">
                <a:solidFill>
                  <a:srgbClr val="243D35"/>
                </a:solidFill>
                <a:latin typeface="Arial"/>
                <a:ea typeface="Arial"/>
                <a:cs typeface="Arial"/>
              </a:defRPr>
            </a:lvl5pPr>
            <a:lvl6pPr>
              <a:defRPr sz="1875" b="0">
                <a:solidFill>
                  <a:srgbClr val="243D35"/>
                </a:solidFill>
                <a:latin typeface="Arial"/>
                <a:ea typeface="Arial"/>
                <a:cs typeface="Arial"/>
              </a:defRPr>
            </a:lvl6pPr>
            <a:lvl7pPr>
              <a:defRPr sz="1875" b="0">
                <a:solidFill>
                  <a:srgbClr val="243D35"/>
                </a:solidFill>
                <a:latin typeface="Arial"/>
                <a:ea typeface="Arial"/>
                <a:cs typeface="Arial"/>
              </a:defRPr>
            </a:lvl7pPr>
            <a:lvl8pPr>
              <a:defRPr sz="1875" b="0">
                <a:solidFill>
                  <a:srgbClr val="243D35"/>
                </a:solidFill>
                <a:latin typeface="Arial"/>
                <a:ea typeface="Arial"/>
                <a:cs typeface="Arial"/>
              </a:defRPr>
            </a:lvl8pPr>
            <a:lvl9pPr>
              <a:defRPr sz="1875" b="0">
                <a:solidFill>
                  <a:srgbClr val="243D35"/>
                </a:solidFill>
                <a:latin typeface="Arial"/>
                <a:ea typeface="Arial"/>
                <a:cs typeface="Arial"/>
              </a:defRPr>
            </a:lvl9pPr>
          </a:lstStyle>
          <a:p xmlns:a="http://schemas.openxmlformats.org/drawingml/2006/main">
            <a:pPr>
              <a:defRPr sz="1875" b="0">
                <a:solidFill>
                  <a:srgbClr val="243D35"/>
                </a:solidFill>
                <a:latin typeface="Arial"/>
                <a:ea typeface="Arial"/>
                <a:cs typeface="Arial"/>
              </a:defRPr>
            </a:pPr>
            <a:r>
              <a:rPr sz="1875" b="0">
                <a:solidFill>
                  <a:srgbClr val="243D35"/>
                </a:solidFill>
                <a:latin typeface="Arial"/>
                <a:ea typeface="Arial"/>
                <a:cs typeface="Arial"/>
              </a:rPr>
              <a:t>La IA formula una pista breve para orientar la búsqueda en el texto.</a:t>
            </a:r>
          </a:p>
        </p:txBody>
      </p:sp>
      <p:sp>
        <p:nvSpPr>
          <p:cNvPr id="7" name="El fragmento original permite comprobar la pi">
            <a:extLst xmlns:a="http://schemas.openxmlformats.org/drawingml/2006/main">
              <a:ext uri="{FF2B5EF4-FFF2-40B4-BE49-F238E27FC236}">
                <a16:creationId xmlns:a16="http://schemas.microsoft.com/office/drawing/2014/main" id="{9901F6F6-94B8-4DC4-BB21-32E219A6FCC8}"/>
              </a:ext>
            </a:extLst>
          </p:cNvPr>
          <p:cNvSpPr>
            <a:spLocks xmlns:a="http://schemas.openxmlformats.org/drawingml/2006/main" noGrp="1"/>
          </p:cNvSpPr>
          <p:nvPr/>
        </p:nvSpPr>
        <p:spPr>
          <a:xfrm xmlns:a="http://schemas.openxmlformats.org/drawingml/2006/main">
            <a:off x="8096250" y="40957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43D35"/>
                </a:solidFill>
                <a:latin typeface="Arial"/>
                <a:ea typeface="Arial"/>
                <a:cs typeface="Arial"/>
              </a:defRPr>
            </a:defPPr>
            <a:lvl1pPr>
              <a:defRPr sz="1875" b="0">
                <a:solidFill>
                  <a:srgbClr val="243D35"/>
                </a:solidFill>
                <a:latin typeface="Arial"/>
                <a:ea typeface="Arial"/>
                <a:cs typeface="Arial"/>
              </a:defRPr>
            </a:lvl1pPr>
            <a:lvl2pPr>
              <a:defRPr sz="1875" b="0">
                <a:solidFill>
                  <a:srgbClr val="243D35"/>
                </a:solidFill>
                <a:latin typeface="Arial"/>
                <a:ea typeface="Arial"/>
                <a:cs typeface="Arial"/>
              </a:defRPr>
            </a:lvl2pPr>
            <a:lvl3pPr>
              <a:defRPr sz="1875" b="0">
                <a:solidFill>
                  <a:srgbClr val="243D35"/>
                </a:solidFill>
                <a:latin typeface="Arial"/>
                <a:ea typeface="Arial"/>
                <a:cs typeface="Arial"/>
              </a:defRPr>
            </a:lvl3pPr>
            <a:lvl4pPr>
              <a:defRPr sz="1875" b="0">
                <a:solidFill>
                  <a:srgbClr val="243D35"/>
                </a:solidFill>
                <a:latin typeface="Arial"/>
                <a:ea typeface="Arial"/>
                <a:cs typeface="Arial"/>
              </a:defRPr>
            </a:lvl4pPr>
            <a:lvl5pPr>
              <a:defRPr sz="1875" b="0">
                <a:solidFill>
                  <a:srgbClr val="243D35"/>
                </a:solidFill>
                <a:latin typeface="Arial"/>
                <a:ea typeface="Arial"/>
                <a:cs typeface="Arial"/>
              </a:defRPr>
            </a:lvl5pPr>
            <a:lvl6pPr>
              <a:defRPr sz="1875" b="0">
                <a:solidFill>
                  <a:srgbClr val="243D35"/>
                </a:solidFill>
                <a:latin typeface="Arial"/>
                <a:ea typeface="Arial"/>
                <a:cs typeface="Arial"/>
              </a:defRPr>
            </a:lvl6pPr>
            <a:lvl7pPr>
              <a:defRPr sz="1875" b="0">
                <a:solidFill>
                  <a:srgbClr val="243D35"/>
                </a:solidFill>
                <a:latin typeface="Arial"/>
                <a:ea typeface="Arial"/>
                <a:cs typeface="Arial"/>
              </a:defRPr>
            </a:lvl7pPr>
            <a:lvl8pPr>
              <a:defRPr sz="1875" b="0">
                <a:solidFill>
                  <a:srgbClr val="243D35"/>
                </a:solidFill>
                <a:latin typeface="Arial"/>
                <a:ea typeface="Arial"/>
                <a:cs typeface="Arial"/>
              </a:defRPr>
            </a:lvl8pPr>
            <a:lvl9pPr>
              <a:defRPr sz="1875" b="0">
                <a:solidFill>
                  <a:srgbClr val="243D35"/>
                </a:solidFill>
                <a:latin typeface="Arial"/>
                <a:ea typeface="Arial"/>
                <a:cs typeface="Arial"/>
              </a:defRPr>
            </a:lvl9pPr>
          </a:lstStyle>
          <a:p xmlns:a="http://schemas.openxmlformats.org/drawingml/2006/main">
            <a:pPr>
              <a:defRPr sz="1875" b="0">
                <a:solidFill>
                  <a:srgbClr val="243D35"/>
                </a:solidFill>
                <a:latin typeface="Arial"/>
                <a:ea typeface="Arial"/>
                <a:cs typeface="Arial"/>
              </a:defRPr>
            </a:pPr>
            <a:r>
              <a:rPr sz="1875" b="0">
                <a:solidFill>
                  <a:srgbClr val="243D35"/>
                </a:solidFill>
                <a:latin typeface="Arial"/>
                <a:ea typeface="Arial"/>
                <a:cs typeface="Arial"/>
              </a:rPr>
              <a:t>El fragmento original permite comprobar la pista.</a:t>
            </a:r>
          </a:p>
        </p:txBody>
      </p:sp>
      <p:sp>
        <p:nvSpPr>
          <p:cNvPr id="8" name="Ante falla: pista preparada.&#10;Sin chat abierto">
            <a:extLst xmlns:a="http://schemas.openxmlformats.org/drawingml/2006/main">
              <a:ext uri="{FF2B5EF4-FFF2-40B4-BE49-F238E27FC236}">
                <a16:creationId xmlns:a16="http://schemas.microsoft.com/office/drawing/2014/main" id="{F97FBD64-8BF8-4B9F-9EAB-679AFC0B941E}"/>
              </a:ext>
            </a:extLst>
          </p:cNvPr>
          <p:cNvSpPr>
            <a:spLocks xmlns:a="http://schemas.openxmlformats.org/drawingml/2006/main" noGrp="1"/>
          </p:cNvSpPr>
          <p:nvPr/>
        </p:nvSpPr>
        <p:spPr>
          <a:xfrm xmlns:a="http://schemas.openxmlformats.org/drawingml/2006/main">
            <a:off x="8096250" y="5314950"/>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C6F69"/>
                </a:solidFill>
                <a:latin typeface="Arial"/>
                <a:ea typeface="Arial"/>
                <a:cs typeface="Arial"/>
              </a:defRPr>
            </a:defPPr>
            <a:lvl1pPr>
              <a:defRPr sz="1575" b="0">
                <a:solidFill>
                  <a:srgbClr val="5C6F69"/>
                </a:solidFill>
                <a:latin typeface="Arial"/>
                <a:ea typeface="Arial"/>
                <a:cs typeface="Arial"/>
              </a:defRPr>
            </a:lvl1pPr>
            <a:lvl2pPr>
              <a:defRPr sz="1575" b="0">
                <a:solidFill>
                  <a:srgbClr val="5C6F69"/>
                </a:solidFill>
                <a:latin typeface="Arial"/>
                <a:ea typeface="Arial"/>
                <a:cs typeface="Arial"/>
              </a:defRPr>
            </a:lvl2pPr>
            <a:lvl3pPr>
              <a:defRPr sz="1575" b="0">
                <a:solidFill>
                  <a:srgbClr val="5C6F69"/>
                </a:solidFill>
                <a:latin typeface="Arial"/>
                <a:ea typeface="Arial"/>
                <a:cs typeface="Arial"/>
              </a:defRPr>
            </a:lvl3pPr>
            <a:lvl4pPr>
              <a:defRPr sz="1575" b="0">
                <a:solidFill>
                  <a:srgbClr val="5C6F69"/>
                </a:solidFill>
                <a:latin typeface="Arial"/>
                <a:ea typeface="Arial"/>
                <a:cs typeface="Arial"/>
              </a:defRPr>
            </a:lvl4pPr>
            <a:lvl5pPr>
              <a:defRPr sz="1575" b="0">
                <a:solidFill>
                  <a:srgbClr val="5C6F69"/>
                </a:solidFill>
                <a:latin typeface="Arial"/>
                <a:ea typeface="Arial"/>
                <a:cs typeface="Arial"/>
              </a:defRPr>
            </a:lvl5pPr>
            <a:lvl6pPr>
              <a:defRPr sz="1575" b="0">
                <a:solidFill>
                  <a:srgbClr val="5C6F69"/>
                </a:solidFill>
                <a:latin typeface="Arial"/>
                <a:ea typeface="Arial"/>
                <a:cs typeface="Arial"/>
              </a:defRPr>
            </a:lvl6pPr>
            <a:lvl7pPr>
              <a:defRPr sz="1575" b="0">
                <a:solidFill>
                  <a:srgbClr val="5C6F69"/>
                </a:solidFill>
                <a:latin typeface="Arial"/>
                <a:ea typeface="Arial"/>
                <a:cs typeface="Arial"/>
              </a:defRPr>
            </a:lvl7pPr>
            <a:lvl8pPr>
              <a:defRPr sz="1575" b="0">
                <a:solidFill>
                  <a:srgbClr val="5C6F69"/>
                </a:solidFill>
                <a:latin typeface="Arial"/>
                <a:ea typeface="Arial"/>
                <a:cs typeface="Arial"/>
              </a:defRPr>
            </a:lvl8pPr>
            <a:lvl9pPr>
              <a:defRPr sz="1575" b="0">
                <a:solidFill>
                  <a:srgbClr val="5C6F69"/>
                </a:solidFill>
                <a:latin typeface="Arial"/>
                <a:ea typeface="Arial"/>
                <a:cs typeface="Arial"/>
              </a:defRPr>
            </a:lvl9pPr>
          </a:lstStyle>
          <a:p xmlns:a="http://schemas.openxmlformats.org/drawingml/2006/main">
            <a:pPr>
              <a:defRPr sz="1575" b="0">
                <a:solidFill>
                  <a:srgbClr val="5C6F69"/>
                </a:solidFill>
                <a:latin typeface="Arial"/>
                <a:ea typeface="Arial"/>
                <a:cs typeface="Arial"/>
              </a:defRPr>
            </a:pPr>
            <a:r>
              <a:rPr sz="1575" b="0">
                <a:solidFill>
                  <a:srgbClr val="5C6F69"/>
                </a:solidFill>
                <a:latin typeface="Arial"/>
                <a:ea typeface="Arial"/>
                <a:cs typeface="Arial"/>
              </a:rPr>
              <a:t>Ante falla: pista preparada.</a:t>
            </a:r>
          </a:p>
          <a:p xmlns:a="http://schemas.openxmlformats.org/drawingml/2006/main">
            <a:pPr>
              <a:defRPr sz="1575" b="0">
                <a:solidFill>
                  <a:srgbClr val="5C6F69"/>
                </a:solidFill>
                <a:latin typeface="Arial"/>
                <a:ea typeface="Arial"/>
                <a:cs typeface="Arial"/>
              </a:defRPr>
            </a:pPr>
            <a:r>
              <a:rPr sz="1575" b="0">
                <a:solidFill>
                  <a:srgbClr val="5C6F69"/>
                </a:solidFill>
                <a:latin typeface="Arial"/>
                <a:ea typeface="Arial"/>
                <a:cs typeface="Arial"/>
              </a:rPr>
              <a:t>Sin chat abierto ni datos personales introducidos por el niño.</a:t>
            </a:r>
          </a:p>
        </p:txBody>
      </p:sp>
    </p:spTree>
    <p:extLst>
      <p:ext uri="{BB962C8B-B14F-4D97-AF65-F5344CB8AC3E}">
        <p14:creationId xmlns:p14="http://schemas.microsoft.com/office/powerpoint/2010/main" val="514577078"/>
      </p:ext>
    </p:extLst>
  </p:cSld>
</p:sld>
</file>

<file path=ppt/slides/slide5.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4" name="Validación y sostenibilidad">
            <a:extLst xmlns:a="http://schemas.openxmlformats.org/drawingml/2006/main">
              <a:ext uri="{FF2B5EF4-FFF2-40B4-BE49-F238E27FC236}">
                <a16:creationId xmlns:a16="http://schemas.microsoft.com/office/drawing/2014/main" id="{6058BB94-5913-4E06-97FE-9D2AB4C13777}"/>
              </a:ext>
            </a:extLst>
          </p:cNvPr>
          <p:cNvSpPr>
            <a:spLocks xmlns:a="http://schemas.openxmlformats.org/drawingml/2006/main" noGrp="1"/>
          </p:cNvSpPr>
          <p:nvPr/>
        </p:nvSpPr>
        <p:spPr>
          <a:xfrm xmlns:a="http://schemas.openxmlformats.org/drawingml/2006/main">
            <a:off x="609600" y="495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45B48"/>
                </a:solidFill>
                <a:latin typeface="Arial"/>
                <a:ea typeface="Arial"/>
                <a:cs typeface="Arial"/>
              </a:defRPr>
            </a:defPPr>
            <a:lvl1pPr>
              <a:defRPr sz="3300" b="1">
                <a:solidFill>
                  <a:srgbClr val="245B48"/>
                </a:solidFill>
                <a:latin typeface="Arial"/>
                <a:ea typeface="Arial"/>
                <a:cs typeface="Arial"/>
              </a:defRPr>
            </a:lvl1pPr>
            <a:lvl2pPr>
              <a:defRPr sz="3300" b="1">
                <a:solidFill>
                  <a:srgbClr val="245B48"/>
                </a:solidFill>
                <a:latin typeface="Arial"/>
                <a:ea typeface="Arial"/>
                <a:cs typeface="Arial"/>
              </a:defRPr>
            </a:lvl2pPr>
            <a:lvl3pPr>
              <a:defRPr sz="3300" b="1">
                <a:solidFill>
                  <a:srgbClr val="245B48"/>
                </a:solidFill>
                <a:latin typeface="Arial"/>
                <a:ea typeface="Arial"/>
                <a:cs typeface="Arial"/>
              </a:defRPr>
            </a:lvl3pPr>
            <a:lvl4pPr>
              <a:defRPr sz="3300" b="1">
                <a:solidFill>
                  <a:srgbClr val="245B48"/>
                </a:solidFill>
                <a:latin typeface="Arial"/>
                <a:ea typeface="Arial"/>
                <a:cs typeface="Arial"/>
              </a:defRPr>
            </a:lvl4pPr>
            <a:lvl5pPr>
              <a:defRPr sz="3300" b="1">
                <a:solidFill>
                  <a:srgbClr val="245B48"/>
                </a:solidFill>
                <a:latin typeface="Arial"/>
                <a:ea typeface="Arial"/>
                <a:cs typeface="Arial"/>
              </a:defRPr>
            </a:lvl5pPr>
            <a:lvl6pPr>
              <a:defRPr sz="3300" b="1">
                <a:solidFill>
                  <a:srgbClr val="245B48"/>
                </a:solidFill>
                <a:latin typeface="Arial"/>
                <a:ea typeface="Arial"/>
                <a:cs typeface="Arial"/>
              </a:defRPr>
            </a:lvl6pPr>
            <a:lvl7pPr>
              <a:defRPr sz="3300" b="1">
                <a:solidFill>
                  <a:srgbClr val="245B48"/>
                </a:solidFill>
                <a:latin typeface="Arial"/>
                <a:ea typeface="Arial"/>
                <a:cs typeface="Arial"/>
              </a:defRPr>
            </a:lvl7pPr>
            <a:lvl8pPr>
              <a:defRPr sz="3300" b="1">
                <a:solidFill>
                  <a:srgbClr val="245B48"/>
                </a:solidFill>
                <a:latin typeface="Arial"/>
                <a:ea typeface="Arial"/>
                <a:cs typeface="Arial"/>
              </a:defRPr>
            </a:lvl8pPr>
            <a:lvl9pPr>
              <a:defRPr sz="3300" b="1">
                <a:solidFill>
                  <a:srgbClr val="245B48"/>
                </a:solidFill>
                <a:latin typeface="Arial"/>
                <a:ea typeface="Arial"/>
                <a:cs typeface="Arial"/>
              </a:defRPr>
            </a:lvl9pPr>
          </a:lstStyle>
          <a:p xmlns:a="http://schemas.openxmlformats.org/drawingml/2006/main">
            <a:pPr>
              <a:defRPr sz="3300" b="1">
                <a:solidFill>
                  <a:srgbClr val="245B48"/>
                </a:solidFill>
                <a:latin typeface="Arial"/>
                <a:ea typeface="Arial"/>
                <a:cs typeface="Arial"/>
              </a:defRPr>
            </a:pPr>
            <a:r>
              <a:rPr sz="3300" b="1">
                <a:solidFill>
                  <a:srgbClr val="245B48"/>
                </a:solidFill>
                <a:latin typeface="Arial"/>
                <a:ea typeface="Arial"/>
                <a:cs typeface="Arial"/>
              </a:rPr>
              <a:t>Validación y sostenibilidad</a:t>
            </a:r>
          </a:p>
        </p:txBody>
      </p:sp>
      <p:sp>
        <p:nvSpPr>
          <p:cNvPr id="2" name="LeeContigo IA">
            <a:extLst xmlns:a="http://schemas.openxmlformats.org/drawingml/2006/main">
              <a:ext uri="{FF2B5EF4-FFF2-40B4-BE49-F238E27FC236}">
                <a16:creationId xmlns:a16="http://schemas.microsoft.com/office/drawing/2014/main" id="{FDEF21ED-FDBF-4605-9B69-49649845D6F7}"/>
              </a:ext>
            </a:extLst>
          </p:cNvPr>
          <p:cNvSpPr>
            <a:spLocks xmlns:a="http://schemas.openxmlformats.org/drawingml/2006/main" noGrp="1"/>
          </p:cNvSpPr>
          <p:nvPr/>
        </p:nvSpPr>
        <p:spPr>
          <a:xfrm xmlns:a="http://schemas.openxmlformats.org/drawingml/2006/main">
            <a:off x="609600" y="65341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LeeContigo IA</a:t>
            </a:r>
          </a:p>
        </p:txBody>
      </p:sp>
      <p:sp>
        <p:nvSpPr>
          <p:cNvPr id="3" name="05 / 05">
            <a:extLst xmlns:a="http://schemas.openxmlformats.org/drawingml/2006/main">
              <a:ext uri="{FF2B5EF4-FFF2-40B4-BE49-F238E27FC236}">
                <a16:creationId xmlns:a16="http://schemas.microsoft.com/office/drawing/2014/main" id="{931F8890-2949-49F8-B65D-DCE570766B48}"/>
              </a:ext>
            </a:extLst>
          </p:cNvPr>
          <p:cNvSpPr>
            <a:spLocks xmlns:a="http://schemas.openxmlformats.org/drawingml/2006/main" noGrp="1"/>
          </p:cNvSpPr>
          <p:nvPr/>
        </p:nvSpPr>
        <p:spPr>
          <a:xfrm xmlns:a="http://schemas.openxmlformats.org/drawingml/2006/main">
            <a:off x="10744200" y="65341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C6F69"/>
                </a:solidFill>
                <a:latin typeface="Arial"/>
                <a:ea typeface="Arial"/>
                <a:cs typeface="Arial"/>
              </a:defRPr>
            </a:defPPr>
            <a:lvl1pPr>
              <a:defRPr sz="1200" b="0">
                <a:solidFill>
                  <a:srgbClr val="5C6F69"/>
                </a:solidFill>
                <a:latin typeface="Arial"/>
                <a:ea typeface="Arial"/>
                <a:cs typeface="Arial"/>
              </a:defRPr>
            </a:lvl1pPr>
            <a:lvl2pPr>
              <a:defRPr sz="1200" b="0">
                <a:solidFill>
                  <a:srgbClr val="5C6F69"/>
                </a:solidFill>
                <a:latin typeface="Arial"/>
                <a:ea typeface="Arial"/>
                <a:cs typeface="Arial"/>
              </a:defRPr>
            </a:lvl2pPr>
            <a:lvl3pPr>
              <a:defRPr sz="1200" b="0">
                <a:solidFill>
                  <a:srgbClr val="5C6F69"/>
                </a:solidFill>
                <a:latin typeface="Arial"/>
                <a:ea typeface="Arial"/>
                <a:cs typeface="Arial"/>
              </a:defRPr>
            </a:lvl3pPr>
            <a:lvl4pPr>
              <a:defRPr sz="1200" b="0">
                <a:solidFill>
                  <a:srgbClr val="5C6F69"/>
                </a:solidFill>
                <a:latin typeface="Arial"/>
                <a:ea typeface="Arial"/>
                <a:cs typeface="Arial"/>
              </a:defRPr>
            </a:lvl4pPr>
            <a:lvl5pPr>
              <a:defRPr sz="1200" b="0">
                <a:solidFill>
                  <a:srgbClr val="5C6F69"/>
                </a:solidFill>
                <a:latin typeface="Arial"/>
                <a:ea typeface="Arial"/>
                <a:cs typeface="Arial"/>
              </a:defRPr>
            </a:lvl5pPr>
            <a:lvl6pPr>
              <a:defRPr sz="1200" b="0">
                <a:solidFill>
                  <a:srgbClr val="5C6F69"/>
                </a:solidFill>
                <a:latin typeface="Arial"/>
                <a:ea typeface="Arial"/>
                <a:cs typeface="Arial"/>
              </a:defRPr>
            </a:lvl6pPr>
            <a:lvl7pPr>
              <a:defRPr sz="1200" b="0">
                <a:solidFill>
                  <a:srgbClr val="5C6F69"/>
                </a:solidFill>
                <a:latin typeface="Arial"/>
                <a:ea typeface="Arial"/>
                <a:cs typeface="Arial"/>
              </a:defRPr>
            </a:lvl7pPr>
            <a:lvl8pPr>
              <a:defRPr sz="1200" b="0">
                <a:solidFill>
                  <a:srgbClr val="5C6F69"/>
                </a:solidFill>
                <a:latin typeface="Arial"/>
                <a:ea typeface="Arial"/>
                <a:cs typeface="Arial"/>
              </a:defRPr>
            </a:lvl8pPr>
            <a:lvl9pPr>
              <a:defRPr sz="1200" b="0">
                <a:solidFill>
                  <a:srgbClr val="5C6F69"/>
                </a:solidFill>
                <a:latin typeface="Arial"/>
                <a:ea typeface="Arial"/>
                <a:cs typeface="Arial"/>
              </a:defRPr>
            </a:lvl9pPr>
          </a:lstStyle>
          <a:p xmlns:a="http://schemas.openxmlformats.org/drawingml/2006/main">
            <a:pPr>
              <a:defRPr sz="1200" b="0">
                <a:solidFill>
                  <a:srgbClr val="5C6F69"/>
                </a:solidFill>
                <a:latin typeface="Arial"/>
                <a:ea typeface="Arial"/>
                <a:cs typeface="Arial"/>
              </a:defRPr>
            </a:pPr>
            <a:r>
              <a:rPr sz="1200" b="0">
                <a:solidFill>
                  <a:srgbClr val="5C6F69"/>
                </a:solidFill>
                <a:latin typeface="Arial"/>
                <a:ea typeface="Arial"/>
                <a:cs typeface="Arial"/>
              </a:rPr>
              <a:t>05 / 05</a:t>
            </a:r>
          </a:p>
        </p:txBody>
      </p:sp>
      <p:sp>
        <p:nvSpPr>
          <p:cNvPr id="4" name="Piloto propuesto: cuatro semanas">
            <a:extLst xmlns:a="http://schemas.openxmlformats.org/drawingml/2006/main">
              <a:ext uri="{FF2B5EF4-FFF2-40B4-BE49-F238E27FC236}">
                <a16:creationId xmlns:a16="http://schemas.microsoft.com/office/drawing/2014/main" id="{D2599DEC-6D0C-4A8B-8E64-FC4ABCAC49CB}"/>
              </a:ext>
            </a:extLst>
          </p:cNvPr>
          <p:cNvSpPr>
            <a:spLocks xmlns:a="http://schemas.openxmlformats.org/drawingml/2006/main" noGrp="1"/>
          </p:cNvSpPr>
          <p:nvPr/>
        </p:nvSpPr>
        <p:spPr>
          <a:xfrm xmlns:a="http://schemas.openxmlformats.org/drawingml/2006/main">
            <a:off x="609600" y="1714500"/>
            <a:ext cx="657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45B48"/>
                </a:solidFill>
                <a:latin typeface="Arial"/>
                <a:ea typeface="Arial"/>
                <a:cs typeface="Arial"/>
              </a:defRPr>
            </a:defPPr>
            <a:lvl1pPr>
              <a:defRPr sz="2325" b="1">
                <a:solidFill>
                  <a:srgbClr val="245B48"/>
                </a:solidFill>
                <a:latin typeface="Arial"/>
                <a:ea typeface="Arial"/>
                <a:cs typeface="Arial"/>
              </a:defRPr>
            </a:lvl1pPr>
            <a:lvl2pPr>
              <a:defRPr sz="2325" b="1">
                <a:solidFill>
                  <a:srgbClr val="245B48"/>
                </a:solidFill>
                <a:latin typeface="Arial"/>
                <a:ea typeface="Arial"/>
                <a:cs typeface="Arial"/>
              </a:defRPr>
            </a:lvl2pPr>
            <a:lvl3pPr>
              <a:defRPr sz="2325" b="1">
                <a:solidFill>
                  <a:srgbClr val="245B48"/>
                </a:solidFill>
                <a:latin typeface="Arial"/>
                <a:ea typeface="Arial"/>
                <a:cs typeface="Arial"/>
              </a:defRPr>
            </a:lvl3pPr>
            <a:lvl4pPr>
              <a:defRPr sz="2325" b="1">
                <a:solidFill>
                  <a:srgbClr val="245B48"/>
                </a:solidFill>
                <a:latin typeface="Arial"/>
                <a:ea typeface="Arial"/>
                <a:cs typeface="Arial"/>
              </a:defRPr>
            </a:lvl4pPr>
            <a:lvl5pPr>
              <a:defRPr sz="2325" b="1">
                <a:solidFill>
                  <a:srgbClr val="245B48"/>
                </a:solidFill>
                <a:latin typeface="Arial"/>
                <a:ea typeface="Arial"/>
                <a:cs typeface="Arial"/>
              </a:defRPr>
            </a:lvl5pPr>
            <a:lvl6pPr>
              <a:defRPr sz="2325" b="1">
                <a:solidFill>
                  <a:srgbClr val="245B48"/>
                </a:solidFill>
                <a:latin typeface="Arial"/>
                <a:ea typeface="Arial"/>
                <a:cs typeface="Arial"/>
              </a:defRPr>
            </a:lvl6pPr>
            <a:lvl7pPr>
              <a:defRPr sz="2325" b="1">
                <a:solidFill>
                  <a:srgbClr val="245B48"/>
                </a:solidFill>
                <a:latin typeface="Arial"/>
                <a:ea typeface="Arial"/>
                <a:cs typeface="Arial"/>
              </a:defRPr>
            </a:lvl7pPr>
            <a:lvl8pPr>
              <a:defRPr sz="2325" b="1">
                <a:solidFill>
                  <a:srgbClr val="245B48"/>
                </a:solidFill>
                <a:latin typeface="Arial"/>
                <a:ea typeface="Arial"/>
                <a:cs typeface="Arial"/>
              </a:defRPr>
            </a:lvl8pPr>
            <a:lvl9pPr>
              <a:defRPr sz="2325" b="1">
                <a:solidFill>
                  <a:srgbClr val="245B48"/>
                </a:solidFill>
                <a:latin typeface="Arial"/>
                <a:ea typeface="Arial"/>
                <a:cs typeface="Arial"/>
              </a:defRPr>
            </a:lvl9pPr>
          </a:lstStyle>
          <a:p xmlns:a="http://schemas.openxmlformats.org/drawingml/2006/main">
            <a:pPr>
              <a:defRPr sz="2325" b="1">
                <a:solidFill>
                  <a:srgbClr val="245B48"/>
                </a:solidFill>
                <a:latin typeface="Arial"/>
                <a:ea typeface="Arial"/>
                <a:cs typeface="Arial"/>
              </a:defRPr>
            </a:pPr>
            <a:r>
              <a:rPr sz="2325" b="1">
                <a:solidFill>
                  <a:srgbClr val="245B48"/>
                </a:solidFill>
                <a:latin typeface="Arial"/>
                <a:ea typeface="Arial"/>
                <a:cs typeface="Arial"/>
              </a:rPr>
              <a:t>Piloto propuesto: cuatro semanas</a:t>
            </a:r>
          </a:p>
        </p:txBody>
      </p:sp>
      <p:sp>
        <p:nvSpPr>
          <p:cNvPr id="5" name="Con una institución y revisión docente, antes">
            <a:extLst xmlns:a="http://schemas.openxmlformats.org/drawingml/2006/main">
              <a:ext uri="{FF2B5EF4-FFF2-40B4-BE49-F238E27FC236}">
                <a16:creationId xmlns:a16="http://schemas.microsoft.com/office/drawing/2014/main" id="{C71F88F7-103F-4AC2-994E-CFAB6919CBAE}"/>
              </a:ext>
            </a:extLst>
          </p:cNvPr>
          <p:cNvSpPr>
            <a:spLocks xmlns:a="http://schemas.openxmlformats.org/drawingml/2006/main" noGrp="1"/>
          </p:cNvSpPr>
          <p:nvPr/>
        </p:nvSpPr>
        <p:spPr>
          <a:xfrm xmlns:a="http://schemas.openxmlformats.org/drawingml/2006/main">
            <a:off x="609600" y="2400300"/>
            <a:ext cx="6000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43D35"/>
                </a:solidFill>
                <a:latin typeface="Arial"/>
                <a:ea typeface="Arial"/>
                <a:cs typeface="Arial"/>
              </a:defRPr>
            </a:defPPr>
            <a:lvl1pPr>
              <a:defRPr sz="2025" b="0">
                <a:solidFill>
                  <a:srgbClr val="243D35"/>
                </a:solidFill>
                <a:latin typeface="Arial"/>
                <a:ea typeface="Arial"/>
                <a:cs typeface="Arial"/>
              </a:defRPr>
            </a:lvl1pPr>
            <a:lvl2pPr>
              <a:defRPr sz="2025" b="0">
                <a:solidFill>
                  <a:srgbClr val="243D35"/>
                </a:solidFill>
                <a:latin typeface="Arial"/>
                <a:ea typeface="Arial"/>
                <a:cs typeface="Arial"/>
              </a:defRPr>
            </a:lvl2pPr>
            <a:lvl3pPr>
              <a:defRPr sz="2025" b="0">
                <a:solidFill>
                  <a:srgbClr val="243D35"/>
                </a:solidFill>
                <a:latin typeface="Arial"/>
                <a:ea typeface="Arial"/>
                <a:cs typeface="Arial"/>
              </a:defRPr>
            </a:lvl3pPr>
            <a:lvl4pPr>
              <a:defRPr sz="2025" b="0">
                <a:solidFill>
                  <a:srgbClr val="243D35"/>
                </a:solidFill>
                <a:latin typeface="Arial"/>
                <a:ea typeface="Arial"/>
                <a:cs typeface="Arial"/>
              </a:defRPr>
            </a:lvl4pPr>
            <a:lvl5pPr>
              <a:defRPr sz="2025" b="0">
                <a:solidFill>
                  <a:srgbClr val="243D35"/>
                </a:solidFill>
                <a:latin typeface="Arial"/>
                <a:ea typeface="Arial"/>
                <a:cs typeface="Arial"/>
              </a:defRPr>
            </a:lvl5pPr>
            <a:lvl6pPr>
              <a:defRPr sz="2025" b="0">
                <a:solidFill>
                  <a:srgbClr val="243D35"/>
                </a:solidFill>
                <a:latin typeface="Arial"/>
                <a:ea typeface="Arial"/>
                <a:cs typeface="Arial"/>
              </a:defRPr>
            </a:lvl6pPr>
            <a:lvl7pPr>
              <a:defRPr sz="2025" b="0">
                <a:solidFill>
                  <a:srgbClr val="243D35"/>
                </a:solidFill>
                <a:latin typeface="Arial"/>
                <a:ea typeface="Arial"/>
                <a:cs typeface="Arial"/>
              </a:defRPr>
            </a:lvl7pPr>
            <a:lvl8pPr>
              <a:defRPr sz="2025" b="0">
                <a:solidFill>
                  <a:srgbClr val="243D35"/>
                </a:solidFill>
                <a:latin typeface="Arial"/>
                <a:ea typeface="Arial"/>
                <a:cs typeface="Arial"/>
              </a:defRPr>
            </a:lvl8pPr>
            <a:lvl9pPr>
              <a:defRPr sz="2025" b="0">
                <a:solidFill>
                  <a:srgbClr val="243D35"/>
                </a:solidFill>
                <a:latin typeface="Arial"/>
                <a:ea typeface="Arial"/>
                <a:cs typeface="Arial"/>
              </a:defRPr>
            </a:lvl9pPr>
          </a:lstStyle>
          <a:p xmlns:a="http://schemas.openxmlformats.org/drawingml/2006/main">
            <a:pPr>
              <a:defRPr sz="2025" b="0">
                <a:solidFill>
                  <a:srgbClr val="243D35"/>
                </a:solidFill>
                <a:latin typeface="Arial"/>
                <a:ea typeface="Arial"/>
                <a:cs typeface="Arial"/>
              </a:defRPr>
            </a:pPr>
            <a:r>
              <a:rPr sz="2025" b="0">
                <a:solidFill>
                  <a:srgbClr val="243D35"/>
                </a:solidFill>
                <a:latin typeface="Arial"/>
                <a:ea typeface="Arial"/>
                <a:cs typeface="Arial"/>
              </a:rPr>
              <a:t>Con una institución y revisión docente, antes de ampliar el catálogo.</a:t>
            </a:r>
          </a:p>
        </p:txBody>
      </p:sp>
      <p:sp>
        <p:nvSpPr>
          <p:cNvPr id="6" name="Medir">
            <a:extLst xmlns:a="http://schemas.openxmlformats.org/drawingml/2006/main">
              <a:ext uri="{FF2B5EF4-FFF2-40B4-BE49-F238E27FC236}">
                <a16:creationId xmlns:a16="http://schemas.microsoft.com/office/drawing/2014/main" id="{F5CB08F3-587C-4EBB-8A68-481F76E3E82E}"/>
              </a:ext>
            </a:extLst>
          </p:cNvPr>
          <p:cNvSpPr>
            <a:spLocks xmlns:a="http://schemas.openxmlformats.org/drawingml/2006/main" noGrp="1"/>
          </p:cNvSpPr>
          <p:nvPr/>
        </p:nvSpPr>
        <p:spPr>
          <a:xfrm xmlns:a="http://schemas.openxmlformats.org/drawingml/2006/main">
            <a:off x="609600" y="3581400"/>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45B48"/>
                </a:solidFill>
                <a:latin typeface="Arial"/>
                <a:ea typeface="Arial"/>
                <a:cs typeface="Arial"/>
              </a:defRPr>
            </a:defPPr>
            <a:lvl1pPr>
              <a:defRPr sz="2025" b="1">
                <a:solidFill>
                  <a:srgbClr val="245B48"/>
                </a:solidFill>
                <a:latin typeface="Arial"/>
                <a:ea typeface="Arial"/>
                <a:cs typeface="Arial"/>
              </a:defRPr>
            </a:lvl1pPr>
            <a:lvl2pPr>
              <a:defRPr sz="2025" b="1">
                <a:solidFill>
                  <a:srgbClr val="245B48"/>
                </a:solidFill>
                <a:latin typeface="Arial"/>
                <a:ea typeface="Arial"/>
                <a:cs typeface="Arial"/>
              </a:defRPr>
            </a:lvl2pPr>
            <a:lvl3pPr>
              <a:defRPr sz="2025" b="1">
                <a:solidFill>
                  <a:srgbClr val="245B48"/>
                </a:solidFill>
                <a:latin typeface="Arial"/>
                <a:ea typeface="Arial"/>
                <a:cs typeface="Arial"/>
              </a:defRPr>
            </a:lvl3pPr>
            <a:lvl4pPr>
              <a:defRPr sz="2025" b="1">
                <a:solidFill>
                  <a:srgbClr val="245B48"/>
                </a:solidFill>
                <a:latin typeface="Arial"/>
                <a:ea typeface="Arial"/>
                <a:cs typeface="Arial"/>
              </a:defRPr>
            </a:lvl4pPr>
            <a:lvl5pPr>
              <a:defRPr sz="2025" b="1">
                <a:solidFill>
                  <a:srgbClr val="245B48"/>
                </a:solidFill>
                <a:latin typeface="Arial"/>
                <a:ea typeface="Arial"/>
                <a:cs typeface="Arial"/>
              </a:defRPr>
            </a:lvl5pPr>
            <a:lvl6pPr>
              <a:defRPr sz="2025" b="1">
                <a:solidFill>
                  <a:srgbClr val="245B48"/>
                </a:solidFill>
                <a:latin typeface="Arial"/>
                <a:ea typeface="Arial"/>
                <a:cs typeface="Arial"/>
              </a:defRPr>
            </a:lvl6pPr>
            <a:lvl7pPr>
              <a:defRPr sz="2025" b="1">
                <a:solidFill>
                  <a:srgbClr val="245B48"/>
                </a:solidFill>
                <a:latin typeface="Arial"/>
                <a:ea typeface="Arial"/>
                <a:cs typeface="Arial"/>
              </a:defRPr>
            </a:lvl7pPr>
            <a:lvl8pPr>
              <a:defRPr sz="2025" b="1">
                <a:solidFill>
                  <a:srgbClr val="245B48"/>
                </a:solidFill>
                <a:latin typeface="Arial"/>
                <a:ea typeface="Arial"/>
                <a:cs typeface="Arial"/>
              </a:defRPr>
            </a:lvl8pPr>
            <a:lvl9pPr>
              <a:defRPr sz="2025" b="1">
                <a:solidFill>
                  <a:srgbClr val="245B48"/>
                </a:solidFill>
                <a:latin typeface="Arial"/>
                <a:ea typeface="Arial"/>
                <a:cs typeface="Arial"/>
              </a:defRPr>
            </a:lvl9pPr>
          </a:lstStyle>
          <a:p xmlns:a="http://schemas.openxmlformats.org/drawingml/2006/main">
            <a:pPr>
              <a:defRPr sz="2025" b="1">
                <a:solidFill>
                  <a:srgbClr val="245B48"/>
                </a:solidFill>
                <a:latin typeface="Arial"/>
                <a:ea typeface="Arial"/>
                <a:cs typeface="Arial"/>
              </a:defRPr>
            </a:pPr>
            <a:r>
              <a:rPr sz="2025" b="1">
                <a:solidFill>
                  <a:srgbClr val="245B48"/>
                </a:solidFill>
                <a:latin typeface="Arial"/>
                <a:ea typeface="Arial"/>
                <a:cs typeface="Arial"/>
              </a:rPr>
              <a:t>Medir</a:t>
            </a:r>
          </a:p>
        </p:txBody>
      </p:sp>
      <p:sp>
        <p:nvSpPr>
          <p:cNvPr id="7" name="Comprensión antes y después, finalización, ca">
            <a:extLst xmlns:a="http://schemas.openxmlformats.org/drawingml/2006/main">
              <a:ext uri="{FF2B5EF4-FFF2-40B4-BE49-F238E27FC236}">
                <a16:creationId xmlns:a16="http://schemas.microsoft.com/office/drawing/2014/main" id="{68541319-7EAC-4D2A-B430-3B0FC474A898}"/>
              </a:ext>
            </a:extLst>
          </p:cNvPr>
          <p:cNvSpPr>
            <a:spLocks xmlns:a="http://schemas.openxmlformats.org/drawingml/2006/main" noGrp="1"/>
          </p:cNvSpPr>
          <p:nvPr/>
        </p:nvSpPr>
        <p:spPr>
          <a:xfrm xmlns:a="http://schemas.openxmlformats.org/drawingml/2006/main">
            <a:off x="609600" y="4124325"/>
            <a:ext cx="6000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43D35"/>
                </a:solidFill>
                <a:latin typeface="Arial"/>
                <a:ea typeface="Arial"/>
                <a:cs typeface="Arial"/>
              </a:defRPr>
            </a:defPPr>
            <a:lvl1pPr>
              <a:defRPr sz="1950" b="0">
                <a:solidFill>
                  <a:srgbClr val="243D35"/>
                </a:solidFill>
                <a:latin typeface="Arial"/>
                <a:ea typeface="Arial"/>
                <a:cs typeface="Arial"/>
              </a:defRPr>
            </a:lvl1pPr>
            <a:lvl2pPr>
              <a:defRPr sz="1950" b="0">
                <a:solidFill>
                  <a:srgbClr val="243D35"/>
                </a:solidFill>
                <a:latin typeface="Arial"/>
                <a:ea typeface="Arial"/>
                <a:cs typeface="Arial"/>
              </a:defRPr>
            </a:lvl2pPr>
            <a:lvl3pPr>
              <a:defRPr sz="1950" b="0">
                <a:solidFill>
                  <a:srgbClr val="243D35"/>
                </a:solidFill>
                <a:latin typeface="Arial"/>
                <a:ea typeface="Arial"/>
                <a:cs typeface="Arial"/>
              </a:defRPr>
            </a:lvl3pPr>
            <a:lvl4pPr>
              <a:defRPr sz="1950" b="0">
                <a:solidFill>
                  <a:srgbClr val="243D35"/>
                </a:solidFill>
                <a:latin typeface="Arial"/>
                <a:ea typeface="Arial"/>
                <a:cs typeface="Arial"/>
              </a:defRPr>
            </a:lvl4pPr>
            <a:lvl5pPr>
              <a:defRPr sz="1950" b="0">
                <a:solidFill>
                  <a:srgbClr val="243D35"/>
                </a:solidFill>
                <a:latin typeface="Arial"/>
                <a:ea typeface="Arial"/>
                <a:cs typeface="Arial"/>
              </a:defRPr>
            </a:lvl5pPr>
            <a:lvl6pPr>
              <a:defRPr sz="1950" b="0">
                <a:solidFill>
                  <a:srgbClr val="243D35"/>
                </a:solidFill>
                <a:latin typeface="Arial"/>
                <a:ea typeface="Arial"/>
                <a:cs typeface="Arial"/>
              </a:defRPr>
            </a:lvl6pPr>
            <a:lvl7pPr>
              <a:defRPr sz="1950" b="0">
                <a:solidFill>
                  <a:srgbClr val="243D35"/>
                </a:solidFill>
                <a:latin typeface="Arial"/>
                <a:ea typeface="Arial"/>
                <a:cs typeface="Arial"/>
              </a:defRPr>
            </a:lvl7pPr>
            <a:lvl8pPr>
              <a:defRPr sz="1950" b="0">
                <a:solidFill>
                  <a:srgbClr val="243D35"/>
                </a:solidFill>
                <a:latin typeface="Arial"/>
                <a:ea typeface="Arial"/>
                <a:cs typeface="Arial"/>
              </a:defRPr>
            </a:lvl8pPr>
            <a:lvl9pPr>
              <a:defRPr sz="1950" b="0">
                <a:solidFill>
                  <a:srgbClr val="243D35"/>
                </a:solidFill>
                <a:latin typeface="Arial"/>
                <a:ea typeface="Arial"/>
                <a:cs typeface="Arial"/>
              </a:defRPr>
            </a:lvl9pPr>
          </a:lstStyle>
          <a:p xmlns:a="http://schemas.openxmlformats.org/drawingml/2006/main">
            <a:pPr>
              <a:defRPr sz="1950" b="0">
                <a:solidFill>
                  <a:srgbClr val="243D35"/>
                </a:solidFill>
                <a:latin typeface="Arial"/>
                <a:ea typeface="Arial"/>
                <a:cs typeface="Arial"/>
              </a:defRPr>
            </a:pPr>
            <a:r>
              <a:rPr sz="1950" b="0">
                <a:solidFill>
                  <a:srgbClr val="243D35"/>
                </a:solidFill>
                <a:latin typeface="Arial"/>
                <a:ea typeface="Arial"/>
                <a:cs typeface="Arial"/>
              </a:rPr>
              <a:t>Comprensión antes y después, finalización, calidad de pistas y costo por sesión.</a:t>
            </a:r>
          </a:p>
        </p:txBody>
      </p:sp>
      <p:sp>
        <p:nvSpPr>
          <p:cNvPr id="8" name="Ingresos por validar">
            <a:extLst xmlns:a="http://schemas.openxmlformats.org/drawingml/2006/main">
              <a:ext uri="{FF2B5EF4-FFF2-40B4-BE49-F238E27FC236}">
                <a16:creationId xmlns:a16="http://schemas.microsoft.com/office/drawing/2014/main" id="{6EF5AA1B-B6B2-4AA6-B0CF-234D0CCF8046}"/>
              </a:ext>
            </a:extLst>
          </p:cNvPr>
          <p:cNvSpPr>
            <a:spLocks xmlns:a="http://schemas.openxmlformats.org/drawingml/2006/main" noGrp="1"/>
          </p:cNvSpPr>
          <p:nvPr/>
        </p:nvSpPr>
        <p:spPr>
          <a:xfrm xmlns:a="http://schemas.openxmlformats.org/drawingml/2006/main">
            <a:off x="609600" y="5334000"/>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45B48"/>
                </a:solidFill>
                <a:latin typeface="Arial"/>
                <a:ea typeface="Arial"/>
                <a:cs typeface="Arial"/>
              </a:defRPr>
            </a:defPPr>
            <a:lvl1pPr>
              <a:defRPr sz="2025" b="1">
                <a:solidFill>
                  <a:srgbClr val="245B48"/>
                </a:solidFill>
                <a:latin typeface="Arial"/>
                <a:ea typeface="Arial"/>
                <a:cs typeface="Arial"/>
              </a:defRPr>
            </a:lvl1pPr>
            <a:lvl2pPr>
              <a:defRPr sz="2025" b="1">
                <a:solidFill>
                  <a:srgbClr val="245B48"/>
                </a:solidFill>
                <a:latin typeface="Arial"/>
                <a:ea typeface="Arial"/>
                <a:cs typeface="Arial"/>
              </a:defRPr>
            </a:lvl2pPr>
            <a:lvl3pPr>
              <a:defRPr sz="2025" b="1">
                <a:solidFill>
                  <a:srgbClr val="245B48"/>
                </a:solidFill>
                <a:latin typeface="Arial"/>
                <a:ea typeface="Arial"/>
                <a:cs typeface="Arial"/>
              </a:defRPr>
            </a:lvl3pPr>
            <a:lvl4pPr>
              <a:defRPr sz="2025" b="1">
                <a:solidFill>
                  <a:srgbClr val="245B48"/>
                </a:solidFill>
                <a:latin typeface="Arial"/>
                <a:ea typeface="Arial"/>
                <a:cs typeface="Arial"/>
              </a:defRPr>
            </a:lvl4pPr>
            <a:lvl5pPr>
              <a:defRPr sz="2025" b="1">
                <a:solidFill>
                  <a:srgbClr val="245B48"/>
                </a:solidFill>
                <a:latin typeface="Arial"/>
                <a:ea typeface="Arial"/>
                <a:cs typeface="Arial"/>
              </a:defRPr>
            </a:lvl5pPr>
            <a:lvl6pPr>
              <a:defRPr sz="2025" b="1">
                <a:solidFill>
                  <a:srgbClr val="245B48"/>
                </a:solidFill>
                <a:latin typeface="Arial"/>
                <a:ea typeface="Arial"/>
                <a:cs typeface="Arial"/>
              </a:defRPr>
            </a:lvl6pPr>
            <a:lvl7pPr>
              <a:defRPr sz="2025" b="1">
                <a:solidFill>
                  <a:srgbClr val="245B48"/>
                </a:solidFill>
                <a:latin typeface="Arial"/>
                <a:ea typeface="Arial"/>
                <a:cs typeface="Arial"/>
              </a:defRPr>
            </a:lvl7pPr>
            <a:lvl8pPr>
              <a:defRPr sz="2025" b="1">
                <a:solidFill>
                  <a:srgbClr val="245B48"/>
                </a:solidFill>
                <a:latin typeface="Arial"/>
                <a:ea typeface="Arial"/>
                <a:cs typeface="Arial"/>
              </a:defRPr>
            </a:lvl8pPr>
            <a:lvl9pPr>
              <a:defRPr sz="2025" b="1">
                <a:solidFill>
                  <a:srgbClr val="245B48"/>
                </a:solidFill>
                <a:latin typeface="Arial"/>
                <a:ea typeface="Arial"/>
                <a:cs typeface="Arial"/>
              </a:defRPr>
            </a:lvl9pPr>
          </a:lstStyle>
          <a:p xmlns:a="http://schemas.openxmlformats.org/drawingml/2006/main">
            <a:pPr>
              <a:defRPr sz="2025" b="1">
                <a:solidFill>
                  <a:srgbClr val="245B48"/>
                </a:solidFill>
                <a:latin typeface="Arial"/>
                <a:ea typeface="Arial"/>
                <a:cs typeface="Arial"/>
              </a:defRPr>
            </a:pPr>
            <a:r>
              <a:rPr sz="2025" b="1">
                <a:solidFill>
                  <a:srgbClr val="245B48"/>
                </a:solidFill>
                <a:latin typeface="Arial"/>
                <a:ea typeface="Arial"/>
                <a:cs typeface="Arial"/>
              </a:rPr>
              <a:t>Ingresos por validar</a:t>
            </a:r>
          </a:p>
        </p:txBody>
      </p:sp>
      <p:sp>
        <p:nvSpPr>
          <p:cNvPr id="9" name="Licencias institucionales y acceso patrocinad">
            <a:extLst xmlns:a="http://schemas.openxmlformats.org/drawingml/2006/main">
              <a:ext uri="{FF2B5EF4-FFF2-40B4-BE49-F238E27FC236}">
                <a16:creationId xmlns:a16="http://schemas.microsoft.com/office/drawing/2014/main" id="{248B1AAD-6043-44AD-807F-827DD86CF862}"/>
              </a:ext>
            </a:extLst>
          </p:cNvPr>
          <p:cNvSpPr>
            <a:spLocks xmlns:a="http://schemas.openxmlformats.org/drawingml/2006/main" noGrp="1"/>
          </p:cNvSpPr>
          <p:nvPr/>
        </p:nvSpPr>
        <p:spPr>
          <a:xfrm xmlns:a="http://schemas.openxmlformats.org/drawingml/2006/main">
            <a:off x="609600" y="579120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43D35"/>
                </a:solidFill>
                <a:latin typeface="Arial"/>
                <a:ea typeface="Arial"/>
                <a:cs typeface="Arial"/>
              </a:defRPr>
            </a:defPPr>
            <a:lvl1pPr>
              <a:defRPr sz="1800" b="0">
                <a:solidFill>
                  <a:srgbClr val="243D35"/>
                </a:solidFill>
                <a:latin typeface="Arial"/>
                <a:ea typeface="Arial"/>
                <a:cs typeface="Arial"/>
              </a:defRPr>
            </a:lvl1pPr>
            <a:lvl2pPr>
              <a:defRPr sz="1800" b="0">
                <a:solidFill>
                  <a:srgbClr val="243D35"/>
                </a:solidFill>
                <a:latin typeface="Arial"/>
                <a:ea typeface="Arial"/>
                <a:cs typeface="Arial"/>
              </a:defRPr>
            </a:lvl2pPr>
            <a:lvl3pPr>
              <a:defRPr sz="1800" b="0">
                <a:solidFill>
                  <a:srgbClr val="243D35"/>
                </a:solidFill>
                <a:latin typeface="Arial"/>
                <a:ea typeface="Arial"/>
                <a:cs typeface="Arial"/>
              </a:defRPr>
            </a:lvl3pPr>
            <a:lvl4pPr>
              <a:defRPr sz="1800" b="0">
                <a:solidFill>
                  <a:srgbClr val="243D35"/>
                </a:solidFill>
                <a:latin typeface="Arial"/>
                <a:ea typeface="Arial"/>
                <a:cs typeface="Arial"/>
              </a:defRPr>
            </a:lvl4pPr>
            <a:lvl5pPr>
              <a:defRPr sz="1800" b="0">
                <a:solidFill>
                  <a:srgbClr val="243D35"/>
                </a:solidFill>
                <a:latin typeface="Arial"/>
                <a:ea typeface="Arial"/>
                <a:cs typeface="Arial"/>
              </a:defRPr>
            </a:lvl5pPr>
            <a:lvl6pPr>
              <a:defRPr sz="1800" b="0">
                <a:solidFill>
                  <a:srgbClr val="243D35"/>
                </a:solidFill>
                <a:latin typeface="Arial"/>
                <a:ea typeface="Arial"/>
                <a:cs typeface="Arial"/>
              </a:defRPr>
            </a:lvl6pPr>
            <a:lvl7pPr>
              <a:defRPr sz="1800" b="0">
                <a:solidFill>
                  <a:srgbClr val="243D35"/>
                </a:solidFill>
                <a:latin typeface="Arial"/>
                <a:ea typeface="Arial"/>
                <a:cs typeface="Arial"/>
              </a:defRPr>
            </a:lvl7pPr>
            <a:lvl8pPr>
              <a:defRPr sz="1800" b="0">
                <a:solidFill>
                  <a:srgbClr val="243D35"/>
                </a:solidFill>
                <a:latin typeface="Arial"/>
                <a:ea typeface="Arial"/>
                <a:cs typeface="Arial"/>
              </a:defRPr>
            </a:lvl8pPr>
            <a:lvl9pPr>
              <a:defRPr sz="1800" b="0">
                <a:solidFill>
                  <a:srgbClr val="243D35"/>
                </a:solidFill>
                <a:latin typeface="Arial"/>
                <a:ea typeface="Arial"/>
                <a:cs typeface="Arial"/>
              </a:defRPr>
            </a:lvl9pPr>
          </a:lstStyle>
          <a:p xmlns:a="http://schemas.openxmlformats.org/drawingml/2006/main">
            <a:pPr>
              <a:defRPr sz="1800" b="0">
                <a:solidFill>
                  <a:srgbClr val="243D35"/>
                </a:solidFill>
                <a:latin typeface="Arial"/>
                <a:ea typeface="Arial"/>
                <a:cs typeface="Arial"/>
              </a:defRPr>
            </a:pPr>
            <a:r>
              <a:rPr sz="1800" b="0">
                <a:solidFill>
                  <a:srgbClr val="243D35"/>
                </a:solidFill>
                <a:latin typeface="Arial"/>
                <a:ea typeface="Arial"/>
                <a:cs typeface="Arial"/>
              </a:rPr>
              <a:t>Licencias institucionales y acceso patrocinado.</a:t>
            </a:r>
          </a:p>
        </p:txBody>
      </p:sp>
      <p:pic>
        <p:nvPicPr>
          <p:cNvPr id="10" name="">
            <a:extLst xmlns:a="http://schemas.openxmlformats.org/drawingml/2006/main">
              <a:ext uri="{FF2B5EF4-FFF2-40B4-BE49-F238E27FC236}">
                <a16:creationId xmlns:a16="http://schemas.microsoft.com/office/drawing/2014/main" id="{C5BEC343-6194-4718-84C2-63306E4570E5}"/>
              </a:ext>
            </a:extLst>
          </p:cNvPr>
          <p:cNvPicPr>
            <a:picLocks xmlns:a="http://schemas.openxmlformats.org/drawingml/2006/main" noChangeAspect="1"/>
          </p:cNvPicPr>
          <p:nvPr/>
        </p:nvPicPr>
        <p:blipFill>
          <a:blip xmlns:r="http://schemas.openxmlformats.org/officeDocument/2006/relationships" xmlns:a="http://schemas.openxmlformats.org/drawingml/2006/main" r:embed="R5bde0c43e6044b69"/>
          <a:srcRect xmlns:a="http://schemas.openxmlformats.org/drawingml/2006/main" l="4487" t="0" r="4487" b="0"/>
          <a:stretch xmlns:a="http://schemas.openxmlformats.org/drawingml/2006/main">
            <a:fillRect l="0" t="0" r="0" b="0"/>
          </a:stretch>
        </p:blipFill>
        <p:spPr>
          <a:xfrm xmlns:a="http://schemas.openxmlformats.org/drawingml/2006/main">
            <a:off x="7524750" y="1619250"/>
            <a:ext cx="4057650" cy="2971800"/>
          </a:xfrm>
          <a:prstGeom xmlns:a="http://schemas.openxmlformats.org/drawingml/2006/main" prst="rect">
            <a:avLst/>
          </a:prstGeom>
        </p:spPr>
      </p:pic>
      <p:sp>
        <p:nvSpPr>
          <p:cNvPr id="11" name="Prototipo disponible">
            <a:extLst xmlns:a="http://schemas.openxmlformats.org/drawingml/2006/main">
              <a:ext uri="{FF2B5EF4-FFF2-40B4-BE49-F238E27FC236}">
                <a16:creationId xmlns:a16="http://schemas.microsoft.com/office/drawing/2014/main" id="{7E24F945-61AF-430F-BD62-BF37F42F7FA0}"/>
              </a:ext>
            </a:extLst>
          </p:cNvPr>
          <p:cNvSpPr>
            <a:spLocks xmlns:a="http://schemas.openxmlformats.org/drawingml/2006/main" noGrp="1"/>
          </p:cNvSpPr>
          <p:nvPr/>
        </p:nvSpPr>
        <p:spPr>
          <a:xfrm xmlns:a="http://schemas.openxmlformats.org/drawingml/2006/main">
            <a:off x="7524750" y="4914900"/>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245B48"/>
                </a:solidFill>
                <a:latin typeface="Arial"/>
                <a:ea typeface="Arial"/>
                <a:cs typeface="Arial"/>
              </a:defRPr>
            </a:defPPr>
            <a:lvl1pPr>
              <a:defRPr sz="1950" b="1">
                <a:solidFill>
                  <a:srgbClr val="245B48"/>
                </a:solidFill>
                <a:latin typeface="Arial"/>
                <a:ea typeface="Arial"/>
                <a:cs typeface="Arial"/>
              </a:defRPr>
            </a:lvl1pPr>
            <a:lvl2pPr>
              <a:defRPr sz="1950" b="1">
                <a:solidFill>
                  <a:srgbClr val="245B48"/>
                </a:solidFill>
                <a:latin typeface="Arial"/>
                <a:ea typeface="Arial"/>
                <a:cs typeface="Arial"/>
              </a:defRPr>
            </a:lvl2pPr>
            <a:lvl3pPr>
              <a:defRPr sz="1950" b="1">
                <a:solidFill>
                  <a:srgbClr val="245B48"/>
                </a:solidFill>
                <a:latin typeface="Arial"/>
                <a:ea typeface="Arial"/>
                <a:cs typeface="Arial"/>
              </a:defRPr>
            </a:lvl3pPr>
            <a:lvl4pPr>
              <a:defRPr sz="1950" b="1">
                <a:solidFill>
                  <a:srgbClr val="245B48"/>
                </a:solidFill>
                <a:latin typeface="Arial"/>
                <a:ea typeface="Arial"/>
                <a:cs typeface="Arial"/>
              </a:defRPr>
            </a:lvl4pPr>
            <a:lvl5pPr>
              <a:defRPr sz="1950" b="1">
                <a:solidFill>
                  <a:srgbClr val="245B48"/>
                </a:solidFill>
                <a:latin typeface="Arial"/>
                <a:ea typeface="Arial"/>
                <a:cs typeface="Arial"/>
              </a:defRPr>
            </a:lvl5pPr>
            <a:lvl6pPr>
              <a:defRPr sz="1950" b="1">
                <a:solidFill>
                  <a:srgbClr val="245B48"/>
                </a:solidFill>
                <a:latin typeface="Arial"/>
                <a:ea typeface="Arial"/>
                <a:cs typeface="Arial"/>
              </a:defRPr>
            </a:lvl6pPr>
            <a:lvl7pPr>
              <a:defRPr sz="1950" b="1">
                <a:solidFill>
                  <a:srgbClr val="245B48"/>
                </a:solidFill>
                <a:latin typeface="Arial"/>
                <a:ea typeface="Arial"/>
                <a:cs typeface="Arial"/>
              </a:defRPr>
            </a:lvl7pPr>
            <a:lvl8pPr>
              <a:defRPr sz="1950" b="1">
                <a:solidFill>
                  <a:srgbClr val="245B48"/>
                </a:solidFill>
                <a:latin typeface="Arial"/>
                <a:ea typeface="Arial"/>
                <a:cs typeface="Arial"/>
              </a:defRPr>
            </a:lvl8pPr>
            <a:lvl9pPr>
              <a:defRPr sz="1950" b="1">
                <a:solidFill>
                  <a:srgbClr val="245B48"/>
                </a:solidFill>
                <a:latin typeface="Arial"/>
                <a:ea typeface="Arial"/>
                <a:cs typeface="Arial"/>
              </a:defRPr>
            </a:lvl9pPr>
          </a:lstStyle>
          <a:p xmlns:a="http://schemas.openxmlformats.org/drawingml/2006/main">
            <a:pPr>
              <a:defRPr sz="1950" b="1">
                <a:solidFill>
                  <a:srgbClr val="245B48"/>
                </a:solidFill>
                <a:latin typeface="Arial"/>
                <a:ea typeface="Arial"/>
                <a:cs typeface="Arial"/>
              </a:defRPr>
            </a:pPr>
            <a:r>
              <a:rPr sz="1950" b="1">
                <a:solidFill>
                  <a:srgbClr val="245B48"/>
                </a:solidFill>
                <a:latin typeface="Arial"/>
                <a:ea typeface="Arial"/>
                <a:cs typeface="Arial"/>
              </a:rPr>
              <a:t>Prototipo disponible</a:t>
            </a:r>
          </a:p>
        </p:txBody>
      </p:sp>
      <p:sp>
        <p:nvSpPr>
          <p:cNvPr id="12" name="lee-contigo-ia.vercel.app">
            <a:extLst xmlns:a="http://schemas.openxmlformats.org/drawingml/2006/main">
              <a:ext uri="{FF2B5EF4-FFF2-40B4-BE49-F238E27FC236}">
                <a16:creationId xmlns:a16="http://schemas.microsoft.com/office/drawing/2014/main" id="{91B0F838-C2CC-4A6E-84CD-8A1092D66814}"/>
              </a:ext>
            </a:extLst>
          </p:cNvPr>
          <p:cNvSpPr>
            <a:spLocks xmlns:a="http://schemas.openxmlformats.org/drawingml/2006/main" noGrp="1"/>
          </p:cNvSpPr>
          <p:nvPr/>
        </p:nvSpPr>
        <p:spPr>
          <a:xfrm xmlns:a="http://schemas.openxmlformats.org/drawingml/2006/main">
            <a:off x="7524750" y="5448300"/>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43D35"/>
                </a:solidFill>
                <a:latin typeface="Arial"/>
                <a:ea typeface="Arial"/>
                <a:cs typeface="Arial"/>
              </a:defRPr>
            </a:defPPr>
            <a:lvl1pPr>
              <a:defRPr sz="1950" b="0">
                <a:solidFill>
                  <a:srgbClr val="243D35"/>
                </a:solidFill>
                <a:latin typeface="Arial"/>
                <a:ea typeface="Arial"/>
                <a:cs typeface="Arial"/>
              </a:defRPr>
            </a:lvl1pPr>
            <a:lvl2pPr>
              <a:defRPr sz="1950" b="0">
                <a:solidFill>
                  <a:srgbClr val="243D35"/>
                </a:solidFill>
                <a:latin typeface="Arial"/>
                <a:ea typeface="Arial"/>
                <a:cs typeface="Arial"/>
              </a:defRPr>
            </a:lvl2pPr>
            <a:lvl3pPr>
              <a:defRPr sz="1950" b="0">
                <a:solidFill>
                  <a:srgbClr val="243D35"/>
                </a:solidFill>
                <a:latin typeface="Arial"/>
                <a:ea typeface="Arial"/>
                <a:cs typeface="Arial"/>
              </a:defRPr>
            </a:lvl3pPr>
            <a:lvl4pPr>
              <a:defRPr sz="1950" b="0">
                <a:solidFill>
                  <a:srgbClr val="243D35"/>
                </a:solidFill>
                <a:latin typeface="Arial"/>
                <a:ea typeface="Arial"/>
                <a:cs typeface="Arial"/>
              </a:defRPr>
            </a:lvl4pPr>
            <a:lvl5pPr>
              <a:defRPr sz="1950" b="0">
                <a:solidFill>
                  <a:srgbClr val="243D35"/>
                </a:solidFill>
                <a:latin typeface="Arial"/>
                <a:ea typeface="Arial"/>
                <a:cs typeface="Arial"/>
              </a:defRPr>
            </a:lvl5pPr>
            <a:lvl6pPr>
              <a:defRPr sz="1950" b="0">
                <a:solidFill>
                  <a:srgbClr val="243D35"/>
                </a:solidFill>
                <a:latin typeface="Arial"/>
                <a:ea typeface="Arial"/>
                <a:cs typeface="Arial"/>
              </a:defRPr>
            </a:lvl6pPr>
            <a:lvl7pPr>
              <a:defRPr sz="1950" b="0">
                <a:solidFill>
                  <a:srgbClr val="243D35"/>
                </a:solidFill>
                <a:latin typeface="Arial"/>
                <a:ea typeface="Arial"/>
                <a:cs typeface="Arial"/>
              </a:defRPr>
            </a:lvl7pPr>
            <a:lvl8pPr>
              <a:defRPr sz="1950" b="0">
                <a:solidFill>
                  <a:srgbClr val="243D35"/>
                </a:solidFill>
                <a:latin typeface="Arial"/>
                <a:ea typeface="Arial"/>
                <a:cs typeface="Arial"/>
              </a:defRPr>
            </a:lvl8pPr>
            <a:lvl9pPr>
              <a:defRPr sz="1950" b="0">
                <a:solidFill>
                  <a:srgbClr val="243D35"/>
                </a:solidFill>
                <a:latin typeface="Arial"/>
                <a:ea typeface="Arial"/>
                <a:cs typeface="Arial"/>
              </a:defRPr>
            </a:lvl9pPr>
          </a:lstStyle>
          <a:p xmlns:a="http://schemas.openxmlformats.org/drawingml/2006/main">
            <a:pPr>
              <a:defRPr sz="1950" b="0">
                <a:solidFill>
                  <a:srgbClr val="243D35"/>
                </a:solidFill>
                <a:latin typeface="Arial"/>
                <a:ea typeface="Arial"/>
                <a:cs typeface="Arial"/>
              </a:defRPr>
            </a:pPr>
            <a:r>
              <a:rPr sz="1950" b="0">
                <a:solidFill>
                  <a:srgbClr val="243D35"/>
                </a:solidFill>
                <a:latin typeface="Arial"/>
                <a:ea typeface="Arial"/>
                <a:cs typeface="Arial"/>
              </a:rPr>
              <a:t>lee-contigo-ia.vercel.app</a:t>
            </a:r>
          </a:p>
        </p:txBody>
      </p:sp>
      <p:sp>
        <p:nvSpPr>
          <p:cNvPr id="13" name="Sin resultados de piloto ni ventas aún.">
            <a:extLst xmlns:a="http://schemas.openxmlformats.org/drawingml/2006/main">
              <a:ext uri="{FF2B5EF4-FFF2-40B4-BE49-F238E27FC236}">
                <a16:creationId xmlns:a16="http://schemas.microsoft.com/office/drawing/2014/main" id="{FEEF969F-6D8B-4C77-8893-F868BDB5E481}"/>
              </a:ext>
            </a:extLst>
          </p:cNvPr>
          <p:cNvSpPr>
            <a:spLocks xmlns:a="http://schemas.openxmlformats.org/drawingml/2006/main" noGrp="1"/>
          </p:cNvSpPr>
          <p:nvPr/>
        </p:nvSpPr>
        <p:spPr>
          <a:xfrm xmlns:a="http://schemas.openxmlformats.org/drawingml/2006/main">
            <a:off x="7524750" y="6010275"/>
            <a:ext cx="4057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C6F69"/>
                </a:solidFill>
                <a:latin typeface="Arial"/>
                <a:ea typeface="Arial"/>
                <a:cs typeface="Arial"/>
              </a:defRPr>
            </a:defPPr>
            <a:lvl1pPr>
              <a:defRPr sz="1350" b="0">
                <a:solidFill>
                  <a:srgbClr val="5C6F69"/>
                </a:solidFill>
                <a:latin typeface="Arial"/>
                <a:ea typeface="Arial"/>
                <a:cs typeface="Arial"/>
              </a:defRPr>
            </a:lvl1pPr>
            <a:lvl2pPr>
              <a:defRPr sz="1350" b="0">
                <a:solidFill>
                  <a:srgbClr val="5C6F69"/>
                </a:solidFill>
                <a:latin typeface="Arial"/>
                <a:ea typeface="Arial"/>
                <a:cs typeface="Arial"/>
              </a:defRPr>
            </a:lvl2pPr>
            <a:lvl3pPr>
              <a:defRPr sz="1350" b="0">
                <a:solidFill>
                  <a:srgbClr val="5C6F69"/>
                </a:solidFill>
                <a:latin typeface="Arial"/>
                <a:ea typeface="Arial"/>
                <a:cs typeface="Arial"/>
              </a:defRPr>
            </a:lvl3pPr>
            <a:lvl4pPr>
              <a:defRPr sz="1350" b="0">
                <a:solidFill>
                  <a:srgbClr val="5C6F69"/>
                </a:solidFill>
                <a:latin typeface="Arial"/>
                <a:ea typeface="Arial"/>
                <a:cs typeface="Arial"/>
              </a:defRPr>
            </a:lvl4pPr>
            <a:lvl5pPr>
              <a:defRPr sz="1350" b="0">
                <a:solidFill>
                  <a:srgbClr val="5C6F69"/>
                </a:solidFill>
                <a:latin typeface="Arial"/>
                <a:ea typeface="Arial"/>
                <a:cs typeface="Arial"/>
              </a:defRPr>
            </a:lvl5pPr>
            <a:lvl6pPr>
              <a:defRPr sz="1350" b="0">
                <a:solidFill>
                  <a:srgbClr val="5C6F69"/>
                </a:solidFill>
                <a:latin typeface="Arial"/>
                <a:ea typeface="Arial"/>
                <a:cs typeface="Arial"/>
              </a:defRPr>
            </a:lvl6pPr>
            <a:lvl7pPr>
              <a:defRPr sz="1350" b="0">
                <a:solidFill>
                  <a:srgbClr val="5C6F69"/>
                </a:solidFill>
                <a:latin typeface="Arial"/>
                <a:ea typeface="Arial"/>
                <a:cs typeface="Arial"/>
              </a:defRPr>
            </a:lvl7pPr>
            <a:lvl8pPr>
              <a:defRPr sz="1350" b="0">
                <a:solidFill>
                  <a:srgbClr val="5C6F69"/>
                </a:solidFill>
                <a:latin typeface="Arial"/>
                <a:ea typeface="Arial"/>
                <a:cs typeface="Arial"/>
              </a:defRPr>
            </a:lvl8pPr>
            <a:lvl9pPr>
              <a:defRPr sz="1350" b="0">
                <a:solidFill>
                  <a:srgbClr val="5C6F69"/>
                </a:solidFill>
                <a:latin typeface="Arial"/>
                <a:ea typeface="Arial"/>
                <a:cs typeface="Arial"/>
              </a:defRPr>
            </a:lvl9pPr>
          </a:lstStyle>
          <a:p xmlns:a="http://schemas.openxmlformats.org/drawingml/2006/main">
            <a:pPr>
              <a:defRPr sz="1350" b="0">
                <a:solidFill>
                  <a:srgbClr val="5C6F69"/>
                </a:solidFill>
                <a:latin typeface="Arial"/>
                <a:ea typeface="Arial"/>
                <a:cs typeface="Arial"/>
              </a:defRPr>
            </a:pPr>
            <a:r>
              <a:rPr sz="1350" b="0">
                <a:solidFill>
                  <a:srgbClr val="5C6F69"/>
                </a:solidFill>
                <a:latin typeface="Arial"/>
                <a:ea typeface="Arial"/>
                <a:cs typeface="Arial"/>
              </a:rPr>
              <a:t>Sin resultados de piloto ni ventas aún.</a:t>
            </a:r>
          </a:p>
        </p:txBody>
      </p:sp>
    </p:spTree>
    <p:extLst>
      <p:ext uri="{BB962C8B-B14F-4D97-AF65-F5344CB8AC3E}">
        <p14:creationId xmlns:p14="http://schemas.microsoft.com/office/powerpoint/2010/main" val="166204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2026-10-21T23:56:35.4820000Z</dcterms:created>
  <dcterms:modified xsi:type="dcterms:W3CDTF">2026-10-21T23:56:35.4820000Z</dcterms:modified>
</coreProperties>
</file>